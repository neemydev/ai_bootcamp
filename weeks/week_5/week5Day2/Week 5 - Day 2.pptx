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8229600" cx="14630400"/>
  <p:notesSz cx="8229600" cy="14630400"/>
  <p:embeddedFontLst>
    <p:embeddedFont>
      <p:font typeface="Crimson Pro Medium"/>
      <p:regular r:id="rId18"/>
      <p:bold r:id="rId19"/>
      <p:italic r:id="rId20"/>
      <p:boldItalic r:id="rId21"/>
    </p:embeddedFont>
    <p:embeddedFont>
      <p:font typeface="Crimson Pro"/>
      <p:regular r:id="rId22"/>
      <p:bold r:id="rId23"/>
      <p:italic r:id="rId24"/>
      <p:boldItalic r:id="rId25"/>
    </p:embeddedFont>
    <p:embeddedFont>
      <p:font typeface="Kanit Light"/>
      <p:regular r:id="rId26"/>
      <p:bold r:id="rId27"/>
      <p:italic r:id="rId28"/>
      <p:boldItalic r:id="rId29"/>
    </p:embeddedFont>
    <p:embeddedFont>
      <p:font typeface="Martel Sans"/>
      <p:regular r:id="rId30"/>
      <p:bold r:id="rId31"/>
    </p:embeddedFont>
    <p:embeddedFont>
      <p:font typeface="Crimson Pro SemiBold"/>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592">
          <p15:clr>
            <a:srgbClr val="000000"/>
          </p15:clr>
        </p15:guide>
        <p15:guide id="2" pos="4608">
          <p15:clr>
            <a:srgbClr val="000000"/>
          </p15:clr>
        </p15:guide>
      </p15:sldGuideLst>
    </p:ext>
    <p:ext uri="GoogleSlidesCustomDataVersion2">
      <go:slidesCustomData xmlns:go="http://customooxmlschemas.google.com/" r:id="rId36" roundtripDataSignature="AMtx7mj0J+e4qTEYpqVX/OFRtzo7fyg9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592" orient="horz"/>
        <p:guide pos="460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rimsonProMedium-italic.fntdata"/><Relationship Id="rId22" Type="http://schemas.openxmlformats.org/officeDocument/2006/relationships/font" Target="fonts/CrimsonPro-regular.fntdata"/><Relationship Id="rId21" Type="http://schemas.openxmlformats.org/officeDocument/2006/relationships/font" Target="fonts/CrimsonProMedium-boldItalic.fntdata"/><Relationship Id="rId24" Type="http://schemas.openxmlformats.org/officeDocument/2006/relationships/font" Target="fonts/CrimsonPro-italic.fntdata"/><Relationship Id="rId23" Type="http://schemas.openxmlformats.org/officeDocument/2006/relationships/font" Target="fonts/CrimsonPr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KanitLight-regular.fntdata"/><Relationship Id="rId25" Type="http://schemas.openxmlformats.org/officeDocument/2006/relationships/font" Target="fonts/CrimsonPro-boldItalic.fntdata"/><Relationship Id="rId28" Type="http://schemas.openxmlformats.org/officeDocument/2006/relationships/font" Target="fonts/KanitLight-italic.fntdata"/><Relationship Id="rId27" Type="http://schemas.openxmlformats.org/officeDocument/2006/relationships/font" Target="fonts/KanitLigh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KanitLight-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artelSans-bold.fntdata"/><Relationship Id="rId30" Type="http://schemas.openxmlformats.org/officeDocument/2006/relationships/font" Target="fonts/MartelSans-regular.fntdata"/><Relationship Id="rId11" Type="http://schemas.openxmlformats.org/officeDocument/2006/relationships/slide" Target="slides/slide6.xml"/><Relationship Id="rId33" Type="http://schemas.openxmlformats.org/officeDocument/2006/relationships/font" Target="fonts/CrimsonProSemiBold-bold.fntdata"/><Relationship Id="rId10" Type="http://schemas.openxmlformats.org/officeDocument/2006/relationships/slide" Target="slides/slide5.xml"/><Relationship Id="rId32" Type="http://schemas.openxmlformats.org/officeDocument/2006/relationships/font" Target="fonts/CrimsonProSemiBold-regular.fntdata"/><Relationship Id="rId13" Type="http://schemas.openxmlformats.org/officeDocument/2006/relationships/slide" Target="slides/slide8.xml"/><Relationship Id="rId35" Type="http://schemas.openxmlformats.org/officeDocument/2006/relationships/font" Target="fonts/CrimsonProSemiBold-boldItalic.fntdata"/><Relationship Id="rId12" Type="http://schemas.openxmlformats.org/officeDocument/2006/relationships/slide" Target="slides/slide7.xml"/><Relationship Id="rId34" Type="http://schemas.openxmlformats.org/officeDocument/2006/relationships/font" Target="fonts/CrimsonProSemiBold-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CrimsonProMedium-bold.fntdata"/><Relationship Id="rId18" Type="http://schemas.openxmlformats.org/officeDocument/2006/relationships/font" Target="fonts/CrimsonPro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565525" cy="73183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660900" y="0"/>
            <a:ext cx="3567113" cy="73183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822325" y="6950075"/>
            <a:ext cx="6584950" cy="65833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3896975"/>
            <a:ext cx="3565525" cy="7302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660900" y="13896975"/>
            <a:ext cx="3567113" cy="7302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1:notes"/>
          <p:cNvSpPr txBox="1"/>
          <p:nvPr>
            <p:ph idx="1" type="body"/>
          </p:nvPr>
        </p:nvSpPr>
        <p:spPr>
          <a:xfrm>
            <a:off x="822960" y="6949440"/>
            <a:ext cx="6583800" cy="65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2:notes"/>
          <p:cNvSpPr txBox="1"/>
          <p:nvPr>
            <p:ph idx="1" type="body"/>
          </p:nvPr>
        </p:nvSpPr>
        <p:spPr>
          <a:xfrm>
            <a:off x="822325" y="6950075"/>
            <a:ext cx="6584950" cy="65833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 name="Google Shape;64;p2:notes"/>
          <p:cNvSpPr txBox="1"/>
          <p:nvPr>
            <p:ph idx="12" type="sldNum"/>
          </p:nvPr>
        </p:nvSpPr>
        <p:spPr>
          <a:xfrm>
            <a:off x="4660900" y="13896975"/>
            <a:ext cx="3567113" cy="73025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p:nvPr>
            <p:ph idx="2"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3:notes"/>
          <p:cNvSpPr txBox="1"/>
          <p:nvPr>
            <p:ph idx="1" type="body"/>
          </p:nvPr>
        </p:nvSpPr>
        <p:spPr>
          <a:xfrm>
            <a:off x="822325" y="6950075"/>
            <a:ext cx="6585000" cy="6583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 name="Google Shape;85;p3:notes"/>
          <p:cNvSpPr txBox="1"/>
          <p:nvPr>
            <p:ph idx="12" type="sldNum"/>
          </p:nvPr>
        </p:nvSpPr>
        <p:spPr>
          <a:xfrm>
            <a:off x="4660900" y="13896975"/>
            <a:ext cx="3567000" cy="730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4:notes"/>
          <p:cNvSpPr txBox="1"/>
          <p:nvPr>
            <p:ph idx="1" type="body"/>
          </p:nvPr>
        </p:nvSpPr>
        <p:spPr>
          <a:xfrm>
            <a:off x="822325" y="6950075"/>
            <a:ext cx="6584950" cy="65833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4:notes"/>
          <p:cNvSpPr txBox="1"/>
          <p:nvPr>
            <p:ph idx="12" type="sldNum"/>
          </p:nvPr>
        </p:nvSpPr>
        <p:spPr>
          <a:xfrm>
            <a:off x="4660900" y="13896975"/>
            <a:ext cx="3567113" cy="73025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822325" y="6950075"/>
            <a:ext cx="6584950" cy="65833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5:notes"/>
          <p:cNvSpPr txBox="1"/>
          <p:nvPr>
            <p:ph idx="12" type="sldNum"/>
          </p:nvPr>
        </p:nvSpPr>
        <p:spPr>
          <a:xfrm>
            <a:off x="4660900" y="13896975"/>
            <a:ext cx="3567113" cy="73025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822325" y="6950075"/>
            <a:ext cx="6584950" cy="65833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6:notes"/>
          <p:cNvSpPr txBox="1"/>
          <p:nvPr>
            <p:ph idx="12" type="sldNum"/>
          </p:nvPr>
        </p:nvSpPr>
        <p:spPr>
          <a:xfrm>
            <a:off x="4660900" y="13896975"/>
            <a:ext cx="3567113" cy="73025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p:nvPr>
            <p:ph idx="2"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7:notes"/>
          <p:cNvSpPr txBox="1"/>
          <p:nvPr>
            <p:ph idx="1" type="body"/>
          </p:nvPr>
        </p:nvSpPr>
        <p:spPr>
          <a:xfrm>
            <a:off x="822325" y="6950075"/>
            <a:ext cx="6585000" cy="6583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7:notes"/>
          <p:cNvSpPr txBox="1"/>
          <p:nvPr>
            <p:ph idx="12" type="sldNum"/>
          </p:nvPr>
        </p:nvSpPr>
        <p:spPr>
          <a:xfrm>
            <a:off x="4660900" y="13896975"/>
            <a:ext cx="3567000" cy="730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822325" y="6950075"/>
            <a:ext cx="6584950" cy="65833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8:notes"/>
          <p:cNvSpPr txBox="1"/>
          <p:nvPr>
            <p:ph idx="12" type="sldNum"/>
          </p:nvPr>
        </p:nvSpPr>
        <p:spPr>
          <a:xfrm>
            <a:off x="4660900" y="13896975"/>
            <a:ext cx="3567113" cy="73025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p:nvPr>
            <p:ph idx="2"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9:notes"/>
          <p:cNvSpPr txBox="1"/>
          <p:nvPr>
            <p:ph idx="1" type="body"/>
          </p:nvPr>
        </p:nvSpPr>
        <p:spPr>
          <a:xfrm>
            <a:off x="822325" y="6950075"/>
            <a:ext cx="6584950" cy="65833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9:notes"/>
          <p:cNvSpPr txBox="1"/>
          <p:nvPr>
            <p:ph idx="12" type="sldNum"/>
          </p:nvPr>
        </p:nvSpPr>
        <p:spPr>
          <a:xfrm>
            <a:off x="4660900" y="13896975"/>
            <a:ext cx="3567113" cy="73025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p:nvPr>
            <p:ph idx="2"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0:notes"/>
          <p:cNvSpPr txBox="1"/>
          <p:nvPr>
            <p:ph idx="1" type="body"/>
          </p:nvPr>
        </p:nvSpPr>
        <p:spPr>
          <a:xfrm>
            <a:off x="822325" y="6950075"/>
            <a:ext cx="6584950" cy="65833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10:notes"/>
          <p:cNvSpPr txBox="1"/>
          <p:nvPr>
            <p:ph idx="12" type="sldNum"/>
          </p:nvPr>
        </p:nvSpPr>
        <p:spPr>
          <a:xfrm>
            <a:off x="4660900" y="13896975"/>
            <a:ext cx="3567113" cy="73025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p:nvPr>
            <p:ph idx="2"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1:notes"/>
          <p:cNvSpPr txBox="1"/>
          <p:nvPr>
            <p:ph idx="1" type="body"/>
          </p:nvPr>
        </p:nvSpPr>
        <p:spPr>
          <a:xfrm>
            <a:off x="822325" y="6950075"/>
            <a:ext cx="6584950" cy="65833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1:notes"/>
          <p:cNvSpPr txBox="1"/>
          <p:nvPr>
            <p:ph idx="12" type="sldNum"/>
          </p:nvPr>
        </p:nvSpPr>
        <p:spPr>
          <a:xfrm>
            <a:off x="4660900" y="13896975"/>
            <a:ext cx="3567113" cy="73025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2:notes"/>
          <p:cNvSpPr/>
          <p:nvPr>
            <p:ph idx="2"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2:notes"/>
          <p:cNvSpPr txBox="1"/>
          <p:nvPr>
            <p:ph idx="1" type="body"/>
          </p:nvPr>
        </p:nvSpPr>
        <p:spPr>
          <a:xfrm>
            <a:off x="822325" y="6950075"/>
            <a:ext cx="6584950" cy="65833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p12:notes"/>
          <p:cNvSpPr txBox="1"/>
          <p:nvPr>
            <p:ph idx="12" type="sldNum"/>
          </p:nvPr>
        </p:nvSpPr>
        <p:spPr>
          <a:xfrm>
            <a:off x="4660900" y="13896975"/>
            <a:ext cx="3567113" cy="73025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14"/>
          <p:cNvSpPr txBox="1"/>
          <p:nvPr>
            <p:ph type="ctrTitle"/>
          </p:nvPr>
        </p:nvSpPr>
        <p:spPr>
          <a:xfrm>
            <a:off x="498733" y="1191320"/>
            <a:ext cx="13632900" cy="3284100"/>
          </a:xfrm>
          <a:prstGeom prst="rect">
            <a:avLst/>
          </a:prstGeom>
          <a:noFill/>
          <a:ln>
            <a:noFill/>
          </a:ln>
        </p:spPr>
        <p:txBody>
          <a:bodyPr anchorCtr="0" anchor="b" bIns="146275" lIns="146275" spcFirstLastPara="1" rIns="146275" wrap="square" tIns="146275">
            <a:noAutofit/>
          </a:bodyPr>
          <a:lstStyle>
            <a:lvl1pPr lvl="0" marR="0" rtl="0" algn="ctr">
              <a:lnSpc>
                <a:spcPct val="100000"/>
              </a:lnSpc>
              <a:spcBef>
                <a:spcPts val="0"/>
              </a:spcBef>
              <a:spcAft>
                <a:spcPts val="0"/>
              </a:spcAft>
              <a:buClr>
                <a:srgbClr val="000000"/>
              </a:buClr>
              <a:buSzPts val="8300"/>
              <a:buFont typeface="Arial"/>
              <a:buChar char="●"/>
              <a:defRPr b="0" i="0" sz="83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8300"/>
              <a:buFont typeface="Arial"/>
              <a:buChar char="○"/>
              <a:defRPr b="0" i="0" sz="83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8300"/>
              <a:buFont typeface="Arial"/>
              <a:buChar char="■"/>
              <a:defRPr b="0" i="0" sz="83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8300"/>
              <a:buFont typeface="Arial"/>
              <a:buChar char="●"/>
              <a:defRPr b="0" i="0" sz="83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8300"/>
              <a:buFont typeface="Arial"/>
              <a:buChar char="○"/>
              <a:defRPr b="0" i="0" sz="83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8300"/>
              <a:buFont typeface="Arial"/>
              <a:buChar char="■"/>
              <a:defRPr b="0" i="0" sz="83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8300"/>
              <a:buFont typeface="Arial"/>
              <a:buChar char="●"/>
              <a:defRPr b="0" i="0" sz="83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8300"/>
              <a:buFont typeface="Arial"/>
              <a:buChar char="○"/>
              <a:defRPr b="0" i="0" sz="83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8300"/>
              <a:buFont typeface="Arial"/>
              <a:buChar char="■"/>
              <a:defRPr b="0" i="0" sz="8300" u="none" cap="none" strike="noStrike">
                <a:solidFill>
                  <a:srgbClr val="000000"/>
                </a:solidFill>
                <a:latin typeface="Arial"/>
                <a:ea typeface="Arial"/>
                <a:cs typeface="Arial"/>
                <a:sym typeface="Arial"/>
              </a:defRPr>
            </a:lvl9pPr>
          </a:lstStyle>
          <a:p/>
        </p:txBody>
      </p:sp>
      <p:sp>
        <p:nvSpPr>
          <p:cNvPr id="12" name="Google Shape;12;p14"/>
          <p:cNvSpPr txBox="1"/>
          <p:nvPr>
            <p:ph idx="1" type="subTitle"/>
          </p:nvPr>
        </p:nvSpPr>
        <p:spPr>
          <a:xfrm>
            <a:off x="498720" y="4534600"/>
            <a:ext cx="13632900" cy="1268100"/>
          </a:xfrm>
          <a:prstGeom prst="rect">
            <a:avLst/>
          </a:prstGeom>
          <a:noFill/>
          <a:ln>
            <a:noFill/>
          </a:ln>
        </p:spPr>
        <p:txBody>
          <a:bodyPr anchorCtr="0" anchor="ctr" bIns="146275" lIns="146275" spcFirstLastPara="1" rIns="146275" wrap="square" tIns="146275">
            <a:noAutofit/>
          </a:bodyPr>
          <a:lstStyle>
            <a:lvl1pPr lvl="0" marR="0" rtl="0" algn="ctr">
              <a:lnSpc>
                <a:spcPct val="100000"/>
              </a:lnSpc>
              <a:spcBef>
                <a:spcPts val="0"/>
              </a:spcBef>
              <a:spcAft>
                <a:spcPts val="0"/>
              </a:spcAft>
              <a:buClr>
                <a:srgbClr val="000000"/>
              </a:buClr>
              <a:buSzPts val="4500"/>
              <a:buFont typeface="Arial"/>
              <a:buNone/>
              <a:defRPr b="0" i="0" sz="4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4500"/>
              <a:buFont typeface="Arial"/>
              <a:buNone/>
              <a:defRPr b="0" i="0" sz="4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500"/>
              <a:buFont typeface="Arial"/>
              <a:buNone/>
              <a:defRPr b="0" i="0" sz="4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500"/>
              <a:buFont typeface="Arial"/>
              <a:buNone/>
              <a:defRPr b="0" i="0" sz="4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500"/>
              <a:buFont typeface="Arial"/>
              <a:buNone/>
              <a:defRPr b="0" i="0" sz="4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500"/>
              <a:buFont typeface="Arial"/>
              <a:buNone/>
              <a:defRPr b="0" i="0" sz="4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500"/>
              <a:buFont typeface="Arial"/>
              <a:buNone/>
              <a:defRPr b="0" i="0" sz="4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500"/>
              <a:buFont typeface="Arial"/>
              <a:buNone/>
              <a:defRPr b="0" i="0" sz="4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500"/>
              <a:buFont typeface="Arial"/>
              <a:buNone/>
              <a:defRPr b="0" i="0" sz="4500" u="none" cap="none" strike="noStrike">
                <a:solidFill>
                  <a:srgbClr val="000000"/>
                </a:solidFill>
                <a:latin typeface="Arial"/>
                <a:ea typeface="Arial"/>
                <a:cs typeface="Arial"/>
                <a:sym typeface="Arial"/>
              </a:defRPr>
            </a:lvl9pPr>
          </a:lstStyle>
          <a:p/>
        </p:txBody>
      </p:sp>
      <p:sp>
        <p:nvSpPr>
          <p:cNvPr id="13" name="Google Shape;13;p1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15"/>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 name="Google Shape;17;p1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16"/>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 name="Google Shape;21;p1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17"/>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1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 name="Google Shape;25;p1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18"/>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 name="Google Shape;29;p1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19"/>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 name="Google Shape;33;p1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sp>
        <p:nvSpPr>
          <p:cNvPr id="35" name="Google Shape;35;p20"/>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7" name="Google Shape;37;p2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sp>
        <p:nvSpPr>
          <p:cNvPr id="39" name="Google Shape;39;p21"/>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1" name="Google Shape;41;p2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sp>
        <p:nvSpPr>
          <p:cNvPr id="43" name="Google Shape;43;p22"/>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 name="Google Shape;45;p2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sp>
        <p:nvSpPr>
          <p:cNvPr id="47" name="Google Shape;47;p23"/>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9" name="Google Shape;49;p2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50" name="Shape 50"/>
        <p:cNvGrpSpPr/>
        <p:nvPr/>
      </p:nvGrpSpPr>
      <p:grpSpPr>
        <a:xfrm>
          <a:off x="0" y="0"/>
          <a:ext cx="0" cy="0"/>
          <a:chOff x="0" y="0"/>
          <a:chExt cx="0" cy="0"/>
        </a:xfrm>
      </p:grpSpPr>
      <p:sp>
        <p:nvSpPr>
          <p:cNvPr id="51" name="Google Shape;51;p24"/>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3" name="Google Shape;53;p2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ph type="ctrTitle"/>
          </p:nvPr>
        </p:nvSpPr>
        <p:spPr>
          <a:xfrm>
            <a:off x="498725" y="1191325"/>
            <a:ext cx="13632900" cy="1486800"/>
          </a:xfrm>
          <a:prstGeom prst="rect">
            <a:avLst/>
          </a:prstGeom>
          <a:noFill/>
          <a:ln>
            <a:noFill/>
          </a:ln>
        </p:spPr>
        <p:txBody>
          <a:bodyPr anchorCtr="0" anchor="b" bIns="146275" lIns="146275" spcFirstLastPara="1" rIns="146275" wrap="square" tIns="146275">
            <a:noAutofit/>
          </a:bodyPr>
          <a:lstStyle/>
          <a:p>
            <a:pPr indent="0" lvl="0" marL="0" rtl="0" algn="ctr">
              <a:lnSpc>
                <a:spcPct val="106730"/>
              </a:lnSpc>
              <a:spcBef>
                <a:spcPts val="0"/>
              </a:spcBef>
              <a:spcAft>
                <a:spcPts val="0"/>
              </a:spcAft>
              <a:buClr>
                <a:srgbClr val="272D45"/>
              </a:buClr>
              <a:buSzPts val="5200"/>
              <a:buFont typeface="Arial"/>
              <a:buNone/>
            </a:pPr>
            <a:r>
              <a:rPr lang="en-US" sz="6600">
                <a:solidFill>
                  <a:srgbClr val="272D45"/>
                </a:solidFill>
              </a:rPr>
              <a:t>Flask and FastAPI Basics</a:t>
            </a:r>
            <a:endParaRPr sz="6600">
              <a:solidFill>
                <a:srgbClr val="272D45"/>
              </a:solidFill>
            </a:endParaRPr>
          </a:p>
        </p:txBody>
      </p:sp>
      <p:sp>
        <p:nvSpPr>
          <p:cNvPr id="60" name="Google Shape;60;p1"/>
          <p:cNvSpPr txBox="1"/>
          <p:nvPr>
            <p:ph idx="1" type="subTitle"/>
          </p:nvPr>
        </p:nvSpPr>
        <p:spPr>
          <a:xfrm>
            <a:off x="498720" y="3480750"/>
            <a:ext cx="13632900" cy="1268100"/>
          </a:xfrm>
          <a:prstGeom prst="rect">
            <a:avLst/>
          </a:prstGeom>
          <a:noFill/>
          <a:ln>
            <a:noFill/>
          </a:ln>
        </p:spPr>
        <p:txBody>
          <a:bodyPr anchorCtr="0" anchor="ctr" bIns="146275" lIns="146275" spcFirstLastPara="1" rIns="146275" wrap="square" tIns="146275">
            <a:noAutofit/>
          </a:bodyPr>
          <a:lstStyle/>
          <a:p>
            <a:pPr indent="0" lvl="0" marL="0" rtl="0" algn="ctr">
              <a:lnSpc>
                <a:spcPct val="100000"/>
              </a:lnSpc>
              <a:spcBef>
                <a:spcPts val="0"/>
              </a:spcBef>
              <a:spcAft>
                <a:spcPts val="0"/>
              </a:spcAft>
              <a:buSzPts val="4500"/>
              <a:buNone/>
            </a:pPr>
            <a:r>
              <a:rPr lang="en-US"/>
              <a:t>Week 5 - Day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p:nvPr/>
        </p:nvSpPr>
        <p:spPr>
          <a:xfrm>
            <a:off x="571143" y="4497110"/>
            <a:ext cx="13488114" cy="261104"/>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p:txBody>
      </p:sp>
      <p:sp>
        <p:nvSpPr>
          <p:cNvPr id="67" name="Google Shape;67;p2"/>
          <p:cNvSpPr/>
          <p:nvPr/>
        </p:nvSpPr>
        <p:spPr>
          <a:xfrm>
            <a:off x="571143" y="1166501"/>
            <a:ext cx="7370222" cy="50994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D45"/>
              </a:buClr>
              <a:buSzPts val="3200"/>
              <a:buFont typeface="Kanit Light"/>
              <a:buNone/>
            </a:pPr>
            <a:r>
              <a:rPr b="1" i="0" lang="en-US" sz="3300" u="none" cap="none" strike="noStrike">
                <a:solidFill>
                  <a:srgbClr val="272D45"/>
                </a:solidFill>
                <a:latin typeface="Crimson Pro"/>
                <a:ea typeface="Crimson Pro"/>
                <a:cs typeface="Crimson Pro"/>
                <a:sym typeface="Crimson Pro"/>
              </a:rPr>
              <a:t>What is a Web Development Framework?</a:t>
            </a:r>
            <a:endParaRPr b="1" i="0" sz="3300" u="none" cap="none" strike="noStrike">
              <a:solidFill>
                <a:schemeClr val="dk1"/>
              </a:solidFill>
              <a:latin typeface="Crimson Pro"/>
              <a:ea typeface="Crimson Pro"/>
              <a:cs typeface="Crimson Pro"/>
              <a:sym typeface="Crimson Pro"/>
            </a:endParaRPr>
          </a:p>
        </p:txBody>
      </p:sp>
      <p:sp>
        <p:nvSpPr>
          <p:cNvPr id="68" name="Google Shape;68;p2"/>
          <p:cNvSpPr/>
          <p:nvPr/>
        </p:nvSpPr>
        <p:spPr>
          <a:xfrm>
            <a:off x="548250" y="2129950"/>
            <a:ext cx="13488000" cy="1305300"/>
          </a:xfrm>
          <a:prstGeom prst="rect">
            <a:avLst/>
          </a:prstGeom>
          <a:noFill/>
          <a:ln>
            <a:noFill/>
          </a:ln>
        </p:spPr>
        <p:txBody>
          <a:bodyPr anchorCtr="0" anchor="t" bIns="0" lIns="0" spcFirstLastPara="1" rIns="0" wrap="square" tIns="0">
            <a:noAutofit/>
          </a:bodyPr>
          <a:lstStyle/>
          <a:p>
            <a:pPr indent="0" lvl="0" marL="0" marR="0" rtl="0" algn="l">
              <a:lnSpc>
                <a:spcPct val="157692"/>
              </a:lnSpc>
              <a:spcBef>
                <a:spcPts val="0"/>
              </a:spcBef>
              <a:spcAft>
                <a:spcPts val="0"/>
              </a:spcAft>
              <a:buClr>
                <a:srgbClr val="2C3249"/>
              </a:buClr>
              <a:buSzPts val="1300"/>
              <a:buFont typeface="Martel Sans"/>
              <a:buNone/>
            </a:pPr>
            <a:r>
              <a:rPr b="0" i="0" lang="en-US" sz="1700" u="none" cap="none" strike="noStrike">
                <a:solidFill>
                  <a:srgbClr val="2C3249"/>
                </a:solidFill>
                <a:latin typeface="Crimson Pro Medium"/>
                <a:ea typeface="Crimson Pro Medium"/>
                <a:cs typeface="Crimson Pro Medium"/>
                <a:sym typeface="Crimson Pro Medium"/>
              </a:rPr>
              <a:t>A web development framework is a software framework designed to support the development of web applications, simplifying the process by providing tools and libraries. It handles routing, request processing, and server interactions, reducing boilerplate code and enabling rapid API and service development. These frameworks offer structured approaches to web service creation, crucial for modern application development.</a:t>
            </a:r>
            <a:endParaRPr b="0" i="0" sz="1700" u="none" cap="none" strike="noStrike">
              <a:solidFill>
                <a:schemeClr val="dk1"/>
              </a:solidFill>
              <a:latin typeface="Crimson Pro Medium"/>
              <a:ea typeface="Crimson Pro Medium"/>
              <a:cs typeface="Crimson Pro Medium"/>
              <a:sym typeface="Crimson Pro Medium"/>
            </a:endParaRPr>
          </a:p>
        </p:txBody>
      </p:sp>
      <p:sp>
        <p:nvSpPr>
          <p:cNvPr id="69" name="Google Shape;69;p2"/>
          <p:cNvSpPr/>
          <p:nvPr/>
        </p:nvSpPr>
        <p:spPr>
          <a:xfrm>
            <a:off x="571143" y="6908244"/>
            <a:ext cx="367200" cy="367200"/>
          </a:xfrm>
          <a:prstGeom prst="roundRect">
            <a:avLst>
              <a:gd fmla="val 18668"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0" name="Google Shape;70;p2"/>
          <p:cNvPicPr preferRelativeResize="0"/>
          <p:nvPr/>
        </p:nvPicPr>
        <p:blipFill rotWithShape="1">
          <a:blip r:embed="rId3">
            <a:alphaModFix/>
          </a:blip>
          <a:srcRect b="0" l="0" r="0" t="0"/>
          <a:stretch/>
        </p:blipFill>
        <p:spPr>
          <a:xfrm>
            <a:off x="632341" y="6938843"/>
            <a:ext cx="244793" cy="305991"/>
          </a:xfrm>
          <a:prstGeom prst="rect">
            <a:avLst/>
          </a:prstGeom>
          <a:noFill/>
          <a:ln>
            <a:noFill/>
          </a:ln>
        </p:spPr>
      </p:pic>
      <p:sp>
        <p:nvSpPr>
          <p:cNvPr id="71" name="Google Shape;71;p2"/>
          <p:cNvSpPr/>
          <p:nvPr/>
        </p:nvSpPr>
        <p:spPr>
          <a:xfrm>
            <a:off x="1101447" y="6908244"/>
            <a:ext cx="2146200" cy="255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1600"/>
              <a:buFont typeface="Kanit Light"/>
              <a:buNone/>
            </a:pPr>
            <a:r>
              <a:rPr b="0" i="0" lang="en-US" sz="1600" u="none" cap="none" strike="noStrike">
                <a:solidFill>
                  <a:srgbClr val="2C3249"/>
                </a:solidFill>
                <a:latin typeface="Crimson Pro SemiBold"/>
                <a:ea typeface="Crimson Pro SemiBold"/>
                <a:cs typeface="Crimson Pro SemiBold"/>
                <a:sym typeface="Crimson Pro SemiBold"/>
              </a:rPr>
              <a:t>Simplified Development</a:t>
            </a:r>
            <a:endParaRPr b="0" i="0" sz="1600" u="none" cap="none" strike="noStrike">
              <a:solidFill>
                <a:schemeClr val="dk1"/>
              </a:solidFill>
              <a:latin typeface="Crimson Pro SemiBold"/>
              <a:ea typeface="Crimson Pro SemiBold"/>
              <a:cs typeface="Crimson Pro SemiBold"/>
              <a:sym typeface="Crimson Pro SemiBold"/>
            </a:endParaRPr>
          </a:p>
        </p:txBody>
      </p:sp>
      <p:sp>
        <p:nvSpPr>
          <p:cNvPr id="72" name="Google Shape;72;p2"/>
          <p:cNvSpPr/>
          <p:nvPr/>
        </p:nvSpPr>
        <p:spPr>
          <a:xfrm>
            <a:off x="1101447" y="7261027"/>
            <a:ext cx="3857100" cy="522300"/>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C3249"/>
              </a:buClr>
              <a:buSzPts val="1250"/>
              <a:buFont typeface="Martel Sans"/>
              <a:buNone/>
            </a:pPr>
            <a:r>
              <a:rPr b="0" i="0" lang="en-US" sz="1250" u="none" cap="none" strike="noStrike">
                <a:solidFill>
                  <a:srgbClr val="2C3249"/>
                </a:solidFill>
                <a:latin typeface="Crimson Pro Medium"/>
                <a:ea typeface="Crimson Pro Medium"/>
                <a:cs typeface="Crimson Pro Medium"/>
                <a:sym typeface="Crimson Pro Medium"/>
              </a:rPr>
              <a:t>Frameworks streamline the web service creation process.</a:t>
            </a:r>
            <a:endParaRPr b="0" i="0" sz="1250" u="none" cap="none" strike="noStrike">
              <a:solidFill>
                <a:schemeClr val="dk1"/>
              </a:solidFill>
              <a:latin typeface="Crimson Pro Medium"/>
              <a:ea typeface="Crimson Pro Medium"/>
              <a:cs typeface="Crimson Pro Medium"/>
              <a:sym typeface="Crimson Pro Medium"/>
            </a:endParaRPr>
          </a:p>
        </p:txBody>
      </p:sp>
      <p:sp>
        <p:nvSpPr>
          <p:cNvPr id="73" name="Google Shape;73;p2"/>
          <p:cNvSpPr/>
          <p:nvPr/>
        </p:nvSpPr>
        <p:spPr>
          <a:xfrm>
            <a:off x="5121593" y="6908244"/>
            <a:ext cx="367200" cy="367200"/>
          </a:xfrm>
          <a:prstGeom prst="roundRect">
            <a:avLst>
              <a:gd fmla="val 18668"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4" name="Google Shape;74;p2"/>
          <p:cNvPicPr preferRelativeResize="0"/>
          <p:nvPr/>
        </p:nvPicPr>
        <p:blipFill rotWithShape="1">
          <a:blip r:embed="rId4">
            <a:alphaModFix/>
          </a:blip>
          <a:srcRect b="0" l="0" r="0" t="0"/>
          <a:stretch/>
        </p:blipFill>
        <p:spPr>
          <a:xfrm>
            <a:off x="5182791" y="6938843"/>
            <a:ext cx="244793" cy="305991"/>
          </a:xfrm>
          <a:prstGeom prst="rect">
            <a:avLst/>
          </a:prstGeom>
          <a:noFill/>
          <a:ln>
            <a:noFill/>
          </a:ln>
        </p:spPr>
      </p:pic>
      <p:sp>
        <p:nvSpPr>
          <p:cNvPr id="75" name="Google Shape;75;p2"/>
          <p:cNvSpPr/>
          <p:nvPr/>
        </p:nvSpPr>
        <p:spPr>
          <a:xfrm>
            <a:off x="5651897" y="6908244"/>
            <a:ext cx="2040000" cy="255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1600"/>
              <a:buFont typeface="Kanit Light"/>
              <a:buNone/>
            </a:pPr>
            <a:r>
              <a:rPr b="0" i="0" lang="en-US" sz="1600" u="none" cap="none" strike="noStrike">
                <a:solidFill>
                  <a:srgbClr val="2C3249"/>
                </a:solidFill>
                <a:latin typeface="Crimson Pro SemiBold"/>
                <a:ea typeface="Crimson Pro SemiBold"/>
                <a:cs typeface="Crimson Pro SemiBold"/>
                <a:sym typeface="Crimson Pro SemiBold"/>
              </a:rPr>
              <a:t>Handles Routing</a:t>
            </a:r>
            <a:endParaRPr b="0" i="0" sz="1600" u="none" cap="none" strike="noStrike">
              <a:solidFill>
                <a:schemeClr val="dk1"/>
              </a:solidFill>
              <a:latin typeface="Crimson Pro SemiBold"/>
              <a:ea typeface="Crimson Pro SemiBold"/>
              <a:cs typeface="Crimson Pro SemiBold"/>
              <a:sym typeface="Crimson Pro SemiBold"/>
            </a:endParaRPr>
          </a:p>
        </p:txBody>
      </p:sp>
      <p:sp>
        <p:nvSpPr>
          <p:cNvPr id="76" name="Google Shape;76;p2"/>
          <p:cNvSpPr/>
          <p:nvPr/>
        </p:nvSpPr>
        <p:spPr>
          <a:xfrm>
            <a:off x="5651897" y="7261027"/>
            <a:ext cx="3857100" cy="261000"/>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C3249"/>
              </a:buClr>
              <a:buSzPts val="1250"/>
              <a:buFont typeface="Martel Sans"/>
              <a:buNone/>
            </a:pPr>
            <a:r>
              <a:rPr b="0" i="0" lang="en-US" sz="1250" u="none" cap="none" strike="noStrike">
                <a:solidFill>
                  <a:srgbClr val="2C3249"/>
                </a:solidFill>
                <a:latin typeface="Crimson Pro Medium"/>
                <a:ea typeface="Crimson Pro Medium"/>
                <a:cs typeface="Crimson Pro Medium"/>
                <a:sym typeface="Crimson Pro Medium"/>
              </a:rPr>
              <a:t>Manages request routing efficiently.</a:t>
            </a:r>
            <a:endParaRPr b="0" i="0" sz="1250" u="none" cap="none" strike="noStrike">
              <a:solidFill>
                <a:schemeClr val="dk1"/>
              </a:solidFill>
              <a:latin typeface="Crimson Pro Medium"/>
              <a:ea typeface="Crimson Pro Medium"/>
              <a:cs typeface="Crimson Pro Medium"/>
              <a:sym typeface="Crimson Pro Medium"/>
            </a:endParaRPr>
          </a:p>
        </p:txBody>
      </p:sp>
      <p:sp>
        <p:nvSpPr>
          <p:cNvPr id="77" name="Google Shape;77;p2"/>
          <p:cNvSpPr/>
          <p:nvPr/>
        </p:nvSpPr>
        <p:spPr>
          <a:xfrm>
            <a:off x="9672042" y="6908244"/>
            <a:ext cx="367200" cy="367200"/>
          </a:xfrm>
          <a:prstGeom prst="roundRect">
            <a:avLst>
              <a:gd fmla="val 18668"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8" name="Google Shape;78;p2"/>
          <p:cNvPicPr preferRelativeResize="0"/>
          <p:nvPr/>
        </p:nvPicPr>
        <p:blipFill rotWithShape="1">
          <a:blip r:embed="rId5">
            <a:alphaModFix/>
          </a:blip>
          <a:srcRect b="0" l="0" r="0" t="0"/>
          <a:stretch/>
        </p:blipFill>
        <p:spPr>
          <a:xfrm>
            <a:off x="9733240" y="6938843"/>
            <a:ext cx="244793" cy="305991"/>
          </a:xfrm>
          <a:prstGeom prst="rect">
            <a:avLst/>
          </a:prstGeom>
          <a:noFill/>
          <a:ln>
            <a:noFill/>
          </a:ln>
        </p:spPr>
      </p:pic>
      <p:sp>
        <p:nvSpPr>
          <p:cNvPr id="79" name="Google Shape;79;p2"/>
          <p:cNvSpPr/>
          <p:nvPr/>
        </p:nvSpPr>
        <p:spPr>
          <a:xfrm>
            <a:off x="10202347" y="6908244"/>
            <a:ext cx="2040000" cy="255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1600"/>
              <a:buFont typeface="Kanit Light"/>
              <a:buNone/>
            </a:pPr>
            <a:r>
              <a:rPr b="0" i="0" lang="en-US" sz="1600" u="none" cap="none" strike="noStrike">
                <a:solidFill>
                  <a:srgbClr val="2C3249"/>
                </a:solidFill>
                <a:latin typeface="Crimson Pro SemiBold"/>
                <a:ea typeface="Crimson Pro SemiBold"/>
                <a:cs typeface="Crimson Pro SemiBold"/>
                <a:sym typeface="Crimson Pro SemiBold"/>
              </a:rPr>
              <a:t>Server Interaction</a:t>
            </a:r>
            <a:endParaRPr b="0" i="0" sz="1600" u="none" cap="none" strike="noStrike">
              <a:solidFill>
                <a:schemeClr val="dk1"/>
              </a:solidFill>
              <a:latin typeface="Crimson Pro SemiBold"/>
              <a:ea typeface="Crimson Pro SemiBold"/>
              <a:cs typeface="Crimson Pro SemiBold"/>
              <a:sym typeface="Crimson Pro SemiBold"/>
            </a:endParaRPr>
          </a:p>
        </p:txBody>
      </p:sp>
      <p:sp>
        <p:nvSpPr>
          <p:cNvPr id="80" name="Google Shape;80;p2"/>
          <p:cNvSpPr/>
          <p:nvPr/>
        </p:nvSpPr>
        <p:spPr>
          <a:xfrm>
            <a:off x="10202347" y="7261027"/>
            <a:ext cx="3857100" cy="261000"/>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C3249"/>
              </a:buClr>
              <a:buSzPts val="1250"/>
              <a:buFont typeface="Martel Sans"/>
              <a:buNone/>
            </a:pPr>
            <a:r>
              <a:rPr b="0" i="0" lang="en-US" sz="1250" u="none" cap="none" strike="noStrike">
                <a:solidFill>
                  <a:srgbClr val="2C3249"/>
                </a:solidFill>
                <a:latin typeface="Crimson Pro Medium"/>
                <a:ea typeface="Crimson Pro Medium"/>
                <a:cs typeface="Crimson Pro Medium"/>
                <a:sym typeface="Crimson Pro Medium"/>
              </a:rPr>
              <a:t>Facilitates server communication.</a:t>
            </a:r>
            <a:endParaRPr b="0" i="0" sz="1250" u="none" cap="none" strike="noStrike">
              <a:solidFill>
                <a:schemeClr val="dk1"/>
              </a:solidFill>
              <a:latin typeface="Crimson Pro Medium"/>
              <a:ea typeface="Crimson Pro Medium"/>
              <a:cs typeface="Crimson Pro Medium"/>
              <a:sym typeface="Crimson Pro Medium"/>
            </a:endParaRPr>
          </a:p>
        </p:txBody>
      </p:sp>
      <p:pic>
        <p:nvPicPr>
          <p:cNvPr id="81" name="Google Shape;81;p2"/>
          <p:cNvPicPr preferRelativeResize="0"/>
          <p:nvPr/>
        </p:nvPicPr>
        <p:blipFill rotWithShape="1">
          <a:blip r:embed="rId6">
            <a:alphaModFix/>
          </a:blip>
          <a:srcRect b="44456" l="0" r="0" t="0"/>
          <a:stretch/>
        </p:blipFill>
        <p:spPr>
          <a:xfrm>
            <a:off x="3844675" y="3435253"/>
            <a:ext cx="6941050" cy="296766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3"/>
          <p:cNvPicPr preferRelativeResize="0"/>
          <p:nvPr/>
        </p:nvPicPr>
        <p:blipFill rotWithShape="1">
          <a:blip r:embed="rId3">
            <a:alphaModFix/>
          </a:blip>
          <a:srcRect b="0" l="0" r="0" t="0"/>
          <a:stretch/>
        </p:blipFill>
        <p:spPr>
          <a:xfrm>
            <a:off x="332613" y="2081125"/>
            <a:ext cx="13965176" cy="4067358"/>
          </a:xfrm>
          <a:prstGeom prst="rect">
            <a:avLst/>
          </a:prstGeom>
          <a:noFill/>
          <a:ln>
            <a:noFill/>
          </a:ln>
        </p:spPr>
      </p:pic>
      <p:sp>
        <p:nvSpPr>
          <p:cNvPr id="88" name="Google Shape;88;p3"/>
          <p:cNvSpPr txBox="1"/>
          <p:nvPr/>
        </p:nvSpPr>
        <p:spPr>
          <a:xfrm>
            <a:off x="805875" y="1196625"/>
            <a:ext cx="76272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3300"/>
              <a:buFont typeface="Arial"/>
              <a:buNone/>
            </a:pPr>
            <a:r>
              <a:rPr b="1" i="0" lang="en-US" sz="3300" u="none" cap="none" strike="noStrike">
                <a:solidFill>
                  <a:srgbClr val="272D45"/>
                </a:solidFill>
                <a:latin typeface="Crimson Pro"/>
                <a:ea typeface="Crimson Pro"/>
                <a:cs typeface="Crimson Pro"/>
                <a:sym typeface="Crimson Pro"/>
              </a:rPr>
              <a:t>What is a Web Development Framework?</a:t>
            </a:r>
            <a:endParaRPr b="1" i="0" sz="3300" u="none" cap="none" strike="noStrike">
              <a:solidFill>
                <a:schemeClr val="dk1"/>
              </a:solidFill>
              <a:latin typeface="Crimson Pro"/>
              <a:ea typeface="Crimson Pro"/>
              <a:cs typeface="Crimson Pro"/>
              <a:sym typeface="Crimson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p:nvPr/>
        </p:nvSpPr>
        <p:spPr>
          <a:xfrm>
            <a:off x="633293" y="498038"/>
            <a:ext cx="4523780" cy="565547"/>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272D45"/>
              </a:buClr>
              <a:buSzPts val="3550"/>
              <a:buFont typeface="Kanit Light"/>
              <a:buNone/>
            </a:pPr>
            <a:r>
              <a:rPr b="1" i="0" lang="en-US" sz="3550" u="none" cap="none" strike="noStrike">
                <a:solidFill>
                  <a:srgbClr val="272D45"/>
                </a:solidFill>
                <a:latin typeface="Crimson Pro"/>
                <a:ea typeface="Crimson Pro"/>
                <a:cs typeface="Crimson Pro"/>
                <a:sym typeface="Crimson Pro"/>
              </a:rPr>
              <a:t>Introduction to Flask</a:t>
            </a:r>
            <a:endParaRPr b="1" i="0" sz="3550" u="none" cap="none" strike="noStrike">
              <a:solidFill>
                <a:schemeClr val="dk1"/>
              </a:solidFill>
              <a:latin typeface="Crimson Pro"/>
              <a:ea typeface="Crimson Pro"/>
              <a:cs typeface="Crimson Pro"/>
              <a:sym typeface="Crimson Pro"/>
            </a:endParaRPr>
          </a:p>
        </p:txBody>
      </p:sp>
      <p:sp>
        <p:nvSpPr>
          <p:cNvPr id="95" name="Google Shape;95;p4"/>
          <p:cNvSpPr/>
          <p:nvPr/>
        </p:nvSpPr>
        <p:spPr>
          <a:xfrm>
            <a:off x="633300" y="1334924"/>
            <a:ext cx="13363800" cy="114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C3249"/>
              </a:buClr>
              <a:buSzPts val="1400"/>
              <a:buFont typeface="Martel Sans"/>
              <a:buNone/>
            </a:pPr>
            <a:r>
              <a:rPr b="0" i="0" lang="en-US" sz="1600" u="none" cap="none" strike="noStrike">
                <a:solidFill>
                  <a:srgbClr val="2C3249"/>
                </a:solidFill>
                <a:latin typeface="Crimson Pro Medium"/>
                <a:ea typeface="Crimson Pro Medium"/>
                <a:cs typeface="Crimson Pro Medium"/>
                <a:sym typeface="Crimson Pro Medium"/>
              </a:rPr>
              <a:t>Flask, a micro web framework released in 2010, is a lightweight and flexible Python framework built on WSGI (Web Server Gateway Interface). Its simplicity and modular design make it ideal for small to medium-sized applications, allowing developers to pick components they need. The extensive ecosystem of extensions further enhances its capabilities, making it a versatile choice.</a:t>
            </a:r>
            <a:endParaRPr b="0" i="0" sz="1600" u="none" cap="none" strike="noStrike">
              <a:solidFill>
                <a:schemeClr val="dk1"/>
              </a:solidFill>
              <a:latin typeface="Crimson Pro Medium"/>
              <a:ea typeface="Crimson Pro Medium"/>
              <a:cs typeface="Crimson Pro Medium"/>
              <a:sym typeface="Crimson Pro Medium"/>
            </a:endParaRPr>
          </a:p>
        </p:txBody>
      </p:sp>
      <p:pic>
        <p:nvPicPr>
          <p:cNvPr descr="preencoded.png" id="96" name="Google Shape;96;p4"/>
          <p:cNvPicPr preferRelativeResize="0"/>
          <p:nvPr/>
        </p:nvPicPr>
        <p:blipFill rotWithShape="1">
          <a:blip r:embed="rId3">
            <a:alphaModFix/>
          </a:blip>
          <a:srcRect b="0" l="0" r="0" t="0"/>
          <a:stretch/>
        </p:blipFill>
        <p:spPr>
          <a:xfrm>
            <a:off x="2748688" y="2474950"/>
            <a:ext cx="9133026" cy="5167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descr="preencoded.png" id="102" name="Google Shape;102;p5"/>
          <p:cNvPicPr preferRelativeResize="0"/>
          <p:nvPr/>
        </p:nvPicPr>
        <p:blipFill rotWithShape="1">
          <a:blip r:embed="rId3">
            <a:alphaModFix/>
          </a:blip>
          <a:srcRect b="0" l="0" r="0" t="0"/>
          <a:stretch/>
        </p:blipFill>
        <p:spPr>
          <a:xfrm>
            <a:off x="0" y="0"/>
            <a:ext cx="14630400" cy="2146935"/>
          </a:xfrm>
          <a:prstGeom prst="rect">
            <a:avLst/>
          </a:prstGeom>
          <a:noFill/>
          <a:ln>
            <a:noFill/>
          </a:ln>
        </p:spPr>
      </p:pic>
      <p:sp>
        <p:nvSpPr>
          <p:cNvPr id="103" name="Google Shape;103;p5"/>
          <p:cNvSpPr/>
          <p:nvPr/>
        </p:nvSpPr>
        <p:spPr>
          <a:xfrm>
            <a:off x="601147" y="2619256"/>
            <a:ext cx="4293989" cy="536734"/>
          </a:xfrm>
          <a:prstGeom prst="rect">
            <a:avLst/>
          </a:prstGeom>
          <a:noFill/>
          <a:ln>
            <a:noFill/>
          </a:ln>
        </p:spPr>
        <p:txBody>
          <a:bodyPr anchorCtr="0" anchor="t" bIns="0" lIns="0" spcFirstLastPara="1" rIns="0" wrap="square" tIns="0">
            <a:noAutofit/>
          </a:bodyPr>
          <a:lstStyle/>
          <a:p>
            <a:pPr indent="0" lvl="0" marL="0" marR="0" rtl="0" algn="l">
              <a:lnSpc>
                <a:spcPct val="125373"/>
              </a:lnSpc>
              <a:spcBef>
                <a:spcPts val="0"/>
              </a:spcBef>
              <a:spcAft>
                <a:spcPts val="0"/>
              </a:spcAft>
              <a:buClr>
                <a:srgbClr val="272D45"/>
              </a:buClr>
              <a:buSzPts val="3350"/>
              <a:buFont typeface="Kanit Light"/>
              <a:buNone/>
            </a:pPr>
            <a:r>
              <a:rPr b="1" i="0" lang="en-US" sz="3350" u="none" cap="none" strike="noStrike">
                <a:solidFill>
                  <a:srgbClr val="272D45"/>
                </a:solidFill>
                <a:latin typeface="Crimson Pro"/>
                <a:ea typeface="Crimson Pro"/>
                <a:cs typeface="Crimson Pro"/>
                <a:sym typeface="Crimson Pro"/>
              </a:rPr>
              <a:t>Flask Features</a:t>
            </a:r>
            <a:endParaRPr b="1" i="0" sz="3350" u="none" cap="none" strike="noStrike">
              <a:solidFill>
                <a:schemeClr val="dk1"/>
              </a:solidFill>
              <a:latin typeface="Crimson Pro"/>
              <a:ea typeface="Crimson Pro"/>
              <a:cs typeface="Crimson Pro"/>
              <a:sym typeface="Crimson Pro"/>
            </a:endParaRPr>
          </a:p>
        </p:txBody>
      </p:sp>
      <p:sp>
        <p:nvSpPr>
          <p:cNvPr id="104" name="Google Shape;104;p5"/>
          <p:cNvSpPr/>
          <p:nvPr/>
        </p:nvSpPr>
        <p:spPr>
          <a:xfrm>
            <a:off x="601147" y="3413522"/>
            <a:ext cx="13428107" cy="274796"/>
          </a:xfrm>
          <a:prstGeom prst="rect">
            <a:avLst/>
          </a:prstGeom>
          <a:noFill/>
          <a:ln>
            <a:noFill/>
          </a:ln>
        </p:spPr>
        <p:txBody>
          <a:bodyPr anchorCtr="0" anchor="t" bIns="0" lIns="0" spcFirstLastPara="1" rIns="0" wrap="square" tIns="0">
            <a:noAutofit/>
          </a:bodyPr>
          <a:lstStyle/>
          <a:p>
            <a:pPr indent="-342900" lvl="0" marL="342900" marR="0" rtl="0" algn="l">
              <a:lnSpc>
                <a:spcPct val="159259"/>
              </a:lnSpc>
              <a:spcBef>
                <a:spcPts val="0"/>
              </a:spcBef>
              <a:spcAft>
                <a:spcPts val="0"/>
              </a:spcAft>
              <a:buClr>
                <a:srgbClr val="2C3249"/>
              </a:buClr>
              <a:buSzPts val="1600"/>
              <a:buFont typeface="Crimson Pro Medium"/>
              <a:buChar char="•"/>
            </a:pPr>
            <a:r>
              <a:rPr b="0" i="0" lang="en-US" sz="1600" u="none" cap="none" strike="noStrike">
                <a:solidFill>
                  <a:srgbClr val="2C3249"/>
                </a:solidFill>
                <a:latin typeface="Crimson Pro Medium"/>
                <a:ea typeface="Crimson Pro Medium"/>
                <a:cs typeface="Crimson Pro Medium"/>
                <a:sym typeface="Crimson Pro Medium"/>
              </a:rPr>
              <a:t>Provides development server and debugger.</a:t>
            </a:r>
            <a:endParaRPr b="0" i="0" sz="1600" u="none" cap="none" strike="noStrike">
              <a:solidFill>
                <a:schemeClr val="dk1"/>
              </a:solidFill>
              <a:latin typeface="Crimson Pro Medium"/>
              <a:ea typeface="Crimson Pro Medium"/>
              <a:cs typeface="Crimson Pro Medium"/>
              <a:sym typeface="Crimson Pro Medium"/>
            </a:endParaRPr>
          </a:p>
        </p:txBody>
      </p:sp>
      <p:sp>
        <p:nvSpPr>
          <p:cNvPr id="105" name="Google Shape;105;p5"/>
          <p:cNvSpPr/>
          <p:nvPr/>
        </p:nvSpPr>
        <p:spPr>
          <a:xfrm>
            <a:off x="601147" y="3748326"/>
            <a:ext cx="13428107" cy="274796"/>
          </a:xfrm>
          <a:prstGeom prst="rect">
            <a:avLst/>
          </a:prstGeom>
          <a:noFill/>
          <a:ln>
            <a:noFill/>
          </a:ln>
        </p:spPr>
        <p:txBody>
          <a:bodyPr anchorCtr="0" anchor="t" bIns="0" lIns="0" spcFirstLastPara="1" rIns="0" wrap="square" tIns="0">
            <a:noAutofit/>
          </a:bodyPr>
          <a:lstStyle/>
          <a:p>
            <a:pPr indent="-342900" lvl="0" marL="342900" marR="0" rtl="0" algn="l">
              <a:lnSpc>
                <a:spcPct val="159259"/>
              </a:lnSpc>
              <a:spcBef>
                <a:spcPts val="0"/>
              </a:spcBef>
              <a:spcAft>
                <a:spcPts val="0"/>
              </a:spcAft>
              <a:buClr>
                <a:srgbClr val="2C3249"/>
              </a:buClr>
              <a:buSzPts val="1600"/>
              <a:buFont typeface="Crimson Pro Medium"/>
              <a:buChar char="•"/>
            </a:pPr>
            <a:r>
              <a:rPr b="0" i="0" lang="en-US" sz="1600" u="none" cap="none" strike="noStrike">
                <a:solidFill>
                  <a:srgbClr val="2C3249"/>
                </a:solidFill>
                <a:latin typeface="Crimson Pro Medium"/>
                <a:ea typeface="Crimson Pro Medium"/>
                <a:cs typeface="Crimson Pro Medium"/>
                <a:sym typeface="Crimson Pro Medium"/>
              </a:rPr>
              <a:t>Light framework.</a:t>
            </a:r>
            <a:endParaRPr b="0" i="0" sz="1600" u="none" cap="none" strike="noStrike">
              <a:solidFill>
                <a:schemeClr val="dk1"/>
              </a:solidFill>
              <a:latin typeface="Crimson Pro Medium"/>
              <a:ea typeface="Crimson Pro Medium"/>
              <a:cs typeface="Crimson Pro Medium"/>
              <a:sym typeface="Crimson Pro Medium"/>
            </a:endParaRPr>
          </a:p>
        </p:txBody>
      </p:sp>
      <p:sp>
        <p:nvSpPr>
          <p:cNvPr id="106" name="Google Shape;106;p5"/>
          <p:cNvSpPr/>
          <p:nvPr/>
        </p:nvSpPr>
        <p:spPr>
          <a:xfrm>
            <a:off x="601147" y="4083129"/>
            <a:ext cx="13428107" cy="274796"/>
          </a:xfrm>
          <a:prstGeom prst="rect">
            <a:avLst/>
          </a:prstGeom>
          <a:noFill/>
          <a:ln>
            <a:noFill/>
          </a:ln>
        </p:spPr>
        <p:txBody>
          <a:bodyPr anchorCtr="0" anchor="t" bIns="0" lIns="0" spcFirstLastPara="1" rIns="0" wrap="square" tIns="0">
            <a:noAutofit/>
          </a:bodyPr>
          <a:lstStyle/>
          <a:p>
            <a:pPr indent="-342900" lvl="0" marL="342900" marR="0" rtl="0" algn="l">
              <a:lnSpc>
                <a:spcPct val="159259"/>
              </a:lnSpc>
              <a:spcBef>
                <a:spcPts val="0"/>
              </a:spcBef>
              <a:spcAft>
                <a:spcPts val="0"/>
              </a:spcAft>
              <a:buClr>
                <a:srgbClr val="2C3249"/>
              </a:buClr>
              <a:buSzPts val="1600"/>
              <a:buFont typeface="Crimson Pro Medium"/>
              <a:buChar char="•"/>
            </a:pPr>
            <a:r>
              <a:rPr b="0" i="0" lang="en-US" sz="1600" u="none" cap="none" strike="noStrike">
                <a:solidFill>
                  <a:srgbClr val="2C3249"/>
                </a:solidFill>
                <a:latin typeface="Crimson Pro Medium"/>
                <a:ea typeface="Crimson Pro Medium"/>
                <a:cs typeface="Crimson Pro Medium"/>
                <a:sym typeface="Crimson Pro Medium"/>
              </a:rPr>
              <a:t>Uses Jinja2 templates.</a:t>
            </a:r>
            <a:endParaRPr b="0" i="0" sz="1600" u="none" cap="none" strike="noStrike">
              <a:solidFill>
                <a:schemeClr val="dk1"/>
              </a:solidFill>
              <a:latin typeface="Crimson Pro Medium"/>
              <a:ea typeface="Crimson Pro Medium"/>
              <a:cs typeface="Crimson Pro Medium"/>
              <a:sym typeface="Crimson Pro Medium"/>
            </a:endParaRPr>
          </a:p>
        </p:txBody>
      </p:sp>
      <p:sp>
        <p:nvSpPr>
          <p:cNvPr id="107" name="Google Shape;107;p5"/>
          <p:cNvSpPr/>
          <p:nvPr/>
        </p:nvSpPr>
        <p:spPr>
          <a:xfrm>
            <a:off x="601147" y="4417933"/>
            <a:ext cx="13428107" cy="274796"/>
          </a:xfrm>
          <a:prstGeom prst="rect">
            <a:avLst/>
          </a:prstGeom>
          <a:noFill/>
          <a:ln>
            <a:noFill/>
          </a:ln>
        </p:spPr>
        <p:txBody>
          <a:bodyPr anchorCtr="0" anchor="t" bIns="0" lIns="0" spcFirstLastPara="1" rIns="0" wrap="square" tIns="0">
            <a:noAutofit/>
          </a:bodyPr>
          <a:lstStyle/>
          <a:p>
            <a:pPr indent="-342900" lvl="0" marL="342900" marR="0" rtl="0" algn="l">
              <a:lnSpc>
                <a:spcPct val="159259"/>
              </a:lnSpc>
              <a:spcBef>
                <a:spcPts val="0"/>
              </a:spcBef>
              <a:spcAft>
                <a:spcPts val="0"/>
              </a:spcAft>
              <a:buClr>
                <a:srgbClr val="2C3249"/>
              </a:buClr>
              <a:buSzPts val="1600"/>
              <a:buFont typeface="Crimson Pro Medium"/>
              <a:buChar char="•"/>
            </a:pPr>
            <a:r>
              <a:rPr b="0" i="0" lang="en-US" sz="1600" u="none" cap="none" strike="noStrike">
                <a:solidFill>
                  <a:srgbClr val="2C3249"/>
                </a:solidFill>
                <a:latin typeface="Crimson Pro Medium"/>
                <a:ea typeface="Crimson Pro Medium"/>
                <a:cs typeface="Crimson Pro Medium"/>
                <a:sym typeface="Crimson Pro Medium"/>
              </a:rPr>
              <a:t>Has extensions that help enhance its functionalities.</a:t>
            </a:r>
            <a:endParaRPr b="0" i="0" sz="1600" u="none" cap="none" strike="noStrike">
              <a:solidFill>
                <a:schemeClr val="dk1"/>
              </a:solidFill>
              <a:latin typeface="Crimson Pro Medium"/>
              <a:ea typeface="Crimson Pro Medium"/>
              <a:cs typeface="Crimson Pro Medium"/>
              <a:sym typeface="Crimson Pro Medium"/>
            </a:endParaRPr>
          </a:p>
        </p:txBody>
      </p:sp>
      <p:sp>
        <p:nvSpPr>
          <p:cNvPr id="108" name="Google Shape;108;p5"/>
          <p:cNvSpPr/>
          <p:nvPr/>
        </p:nvSpPr>
        <p:spPr>
          <a:xfrm>
            <a:off x="601147" y="4752737"/>
            <a:ext cx="13428107" cy="274796"/>
          </a:xfrm>
          <a:prstGeom prst="rect">
            <a:avLst/>
          </a:prstGeom>
          <a:noFill/>
          <a:ln>
            <a:noFill/>
          </a:ln>
        </p:spPr>
        <p:txBody>
          <a:bodyPr anchorCtr="0" anchor="t" bIns="0" lIns="0" spcFirstLastPara="1" rIns="0" wrap="square" tIns="0">
            <a:noAutofit/>
          </a:bodyPr>
          <a:lstStyle/>
          <a:p>
            <a:pPr indent="-342900" lvl="0" marL="342900" marR="0" rtl="0" algn="l">
              <a:lnSpc>
                <a:spcPct val="159259"/>
              </a:lnSpc>
              <a:spcBef>
                <a:spcPts val="0"/>
              </a:spcBef>
              <a:spcAft>
                <a:spcPts val="0"/>
              </a:spcAft>
              <a:buClr>
                <a:srgbClr val="2C3249"/>
              </a:buClr>
              <a:buSzPts val="1600"/>
              <a:buFont typeface="Crimson Pro Medium"/>
              <a:buChar char="•"/>
            </a:pPr>
            <a:r>
              <a:rPr b="0" i="0" lang="en-US" sz="1600" u="none" cap="none" strike="noStrike">
                <a:solidFill>
                  <a:srgbClr val="2C3249"/>
                </a:solidFill>
                <a:latin typeface="Crimson Pro Medium"/>
                <a:ea typeface="Crimson Pro Medium"/>
                <a:cs typeface="Crimson Pro Medium"/>
                <a:sym typeface="Crimson Pro Medium"/>
              </a:rPr>
              <a:t>Integrated support for unit testing.</a:t>
            </a:r>
            <a:endParaRPr b="0" i="0" sz="1600" u="none" cap="none" strike="noStrike">
              <a:solidFill>
                <a:schemeClr val="dk1"/>
              </a:solidFill>
              <a:latin typeface="Crimson Pro Medium"/>
              <a:ea typeface="Crimson Pro Medium"/>
              <a:cs typeface="Crimson Pro Medium"/>
              <a:sym typeface="Crimson Pro Medium"/>
            </a:endParaRPr>
          </a:p>
        </p:txBody>
      </p:sp>
      <p:sp>
        <p:nvSpPr>
          <p:cNvPr id="109" name="Google Shape;109;p5"/>
          <p:cNvSpPr/>
          <p:nvPr/>
        </p:nvSpPr>
        <p:spPr>
          <a:xfrm>
            <a:off x="601147" y="5087541"/>
            <a:ext cx="13428107" cy="274796"/>
          </a:xfrm>
          <a:prstGeom prst="rect">
            <a:avLst/>
          </a:prstGeom>
          <a:noFill/>
          <a:ln>
            <a:noFill/>
          </a:ln>
        </p:spPr>
        <p:txBody>
          <a:bodyPr anchorCtr="0" anchor="t" bIns="0" lIns="0" spcFirstLastPara="1" rIns="0" wrap="square" tIns="0">
            <a:noAutofit/>
          </a:bodyPr>
          <a:lstStyle/>
          <a:p>
            <a:pPr indent="-342900" lvl="0" marL="342900" marR="0" rtl="0" algn="l">
              <a:lnSpc>
                <a:spcPct val="159259"/>
              </a:lnSpc>
              <a:spcBef>
                <a:spcPts val="0"/>
              </a:spcBef>
              <a:spcAft>
                <a:spcPts val="0"/>
              </a:spcAft>
              <a:buClr>
                <a:srgbClr val="2C3249"/>
              </a:buClr>
              <a:buSzPts val="1600"/>
              <a:buFont typeface="Crimson Pro Medium"/>
              <a:buChar char="•"/>
            </a:pPr>
            <a:r>
              <a:rPr b="0" i="0" lang="en-US" sz="1600" u="none" cap="none" strike="noStrike">
                <a:solidFill>
                  <a:srgbClr val="2C3249"/>
                </a:solidFill>
                <a:latin typeface="Crimson Pro Medium"/>
                <a:ea typeface="Crimson Pro Medium"/>
                <a:cs typeface="Crimson Pro Medium"/>
                <a:sym typeface="Crimson Pro Medium"/>
              </a:rPr>
              <a:t>Neat API.</a:t>
            </a:r>
            <a:endParaRPr b="0" i="0" sz="1600" u="none" cap="none" strike="noStrike">
              <a:solidFill>
                <a:schemeClr val="dk1"/>
              </a:solidFill>
              <a:latin typeface="Crimson Pro Medium"/>
              <a:ea typeface="Crimson Pro Medium"/>
              <a:cs typeface="Crimson Pro Medium"/>
              <a:sym typeface="Crimson Pro Medium"/>
            </a:endParaRPr>
          </a:p>
        </p:txBody>
      </p:sp>
      <p:sp>
        <p:nvSpPr>
          <p:cNvPr id="110" name="Google Shape;110;p5"/>
          <p:cNvSpPr/>
          <p:nvPr/>
        </p:nvSpPr>
        <p:spPr>
          <a:xfrm>
            <a:off x="601147" y="5555456"/>
            <a:ext cx="4361617" cy="1004649"/>
          </a:xfrm>
          <a:prstGeom prst="roundRect">
            <a:avLst>
              <a:gd fmla="val 7181"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rimson Pro Medium"/>
              <a:ea typeface="Crimson Pro Medium"/>
              <a:cs typeface="Crimson Pro Medium"/>
              <a:sym typeface="Crimson Pro Medium"/>
            </a:endParaRPr>
          </a:p>
        </p:txBody>
      </p:sp>
      <p:sp>
        <p:nvSpPr>
          <p:cNvPr id="111" name="Google Shape;111;p5"/>
          <p:cNvSpPr/>
          <p:nvPr/>
        </p:nvSpPr>
        <p:spPr>
          <a:xfrm>
            <a:off x="780455" y="5734764"/>
            <a:ext cx="2146935" cy="268248"/>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2C3249"/>
              </a:buClr>
              <a:buSzPts val="1650"/>
              <a:buFont typeface="Kanit Light"/>
              <a:buNone/>
            </a:pPr>
            <a:r>
              <a:rPr b="0" i="0" lang="en-US" sz="1600" u="none" cap="none" strike="noStrike">
                <a:solidFill>
                  <a:srgbClr val="2C3249"/>
                </a:solidFill>
                <a:latin typeface="Crimson Pro Medium"/>
                <a:ea typeface="Crimson Pro Medium"/>
                <a:cs typeface="Crimson Pro Medium"/>
                <a:sym typeface="Crimson Pro Medium"/>
              </a:rPr>
              <a:t>Lightweight</a:t>
            </a:r>
            <a:endParaRPr b="0" i="0" sz="1600" u="none" cap="none" strike="noStrike">
              <a:solidFill>
                <a:schemeClr val="dk1"/>
              </a:solidFill>
              <a:latin typeface="Crimson Pro Medium"/>
              <a:ea typeface="Crimson Pro Medium"/>
              <a:cs typeface="Crimson Pro Medium"/>
              <a:sym typeface="Crimson Pro Medium"/>
            </a:endParaRPr>
          </a:p>
        </p:txBody>
      </p:sp>
      <p:sp>
        <p:nvSpPr>
          <p:cNvPr id="112" name="Google Shape;112;p5"/>
          <p:cNvSpPr/>
          <p:nvPr/>
        </p:nvSpPr>
        <p:spPr>
          <a:xfrm>
            <a:off x="780455" y="6106001"/>
            <a:ext cx="4003000" cy="274796"/>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C3249"/>
              </a:buClr>
              <a:buSzPts val="1350"/>
              <a:buFont typeface="Martel Sans"/>
              <a:buNone/>
            </a:pPr>
            <a:r>
              <a:rPr b="0" i="0" lang="en-US" sz="1600" u="none" cap="none" strike="noStrike">
                <a:solidFill>
                  <a:srgbClr val="2C3249"/>
                </a:solidFill>
                <a:latin typeface="Crimson Pro Medium"/>
                <a:ea typeface="Crimson Pro Medium"/>
                <a:cs typeface="Crimson Pro Medium"/>
                <a:sym typeface="Crimson Pro Medium"/>
              </a:rPr>
              <a:t>Minimal core with extension capabilities.</a:t>
            </a:r>
            <a:endParaRPr b="0" i="0" sz="1600" u="none" cap="none" strike="noStrike">
              <a:solidFill>
                <a:schemeClr val="dk1"/>
              </a:solidFill>
              <a:latin typeface="Crimson Pro Medium"/>
              <a:ea typeface="Crimson Pro Medium"/>
              <a:cs typeface="Crimson Pro Medium"/>
              <a:sym typeface="Crimson Pro Medium"/>
            </a:endParaRPr>
          </a:p>
        </p:txBody>
      </p:sp>
      <p:sp>
        <p:nvSpPr>
          <p:cNvPr id="113" name="Google Shape;113;p5"/>
          <p:cNvSpPr/>
          <p:nvPr/>
        </p:nvSpPr>
        <p:spPr>
          <a:xfrm>
            <a:off x="5134451" y="5555456"/>
            <a:ext cx="4361617" cy="1004649"/>
          </a:xfrm>
          <a:prstGeom prst="roundRect">
            <a:avLst>
              <a:gd fmla="val 7181"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rimson Pro Medium"/>
              <a:ea typeface="Crimson Pro Medium"/>
              <a:cs typeface="Crimson Pro Medium"/>
              <a:sym typeface="Crimson Pro Medium"/>
            </a:endParaRPr>
          </a:p>
        </p:txBody>
      </p:sp>
      <p:sp>
        <p:nvSpPr>
          <p:cNvPr id="114" name="Google Shape;114;p5"/>
          <p:cNvSpPr/>
          <p:nvPr/>
        </p:nvSpPr>
        <p:spPr>
          <a:xfrm>
            <a:off x="5313759" y="5734764"/>
            <a:ext cx="2146935" cy="268248"/>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2C3249"/>
              </a:buClr>
              <a:buSzPts val="1650"/>
              <a:buFont typeface="Kanit Light"/>
              <a:buNone/>
            </a:pPr>
            <a:r>
              <a:rPr b="0" i="0" lang="en-US" sz="1600" u="none" cap="none" strike="noStrike">
                <a:solidFill>
                  <a:srgbClr val="2C3249"/>
                </a:solidFill>
                <a:latin typeface="Crimson Pro Medium"/>
                <a:ea typeface="Crimson Pro Medium"/>
                <a:cs typeface="Crimson Pro Medium"/>
                <a:sym typeface="Crimson Pro Medium"/>
              </a:rPr>
              <a:t>Flexible</a:t>
            </a:r>
            <a:endParaRPr b="0" i="0" sz="1600" u="none" cap="none" strike="noStrike">
              <a:solidFill>
                <a:schemeClr val="dk1"/>
              </a:solidFill>
              <a:latin typeface="Crimson Pro Medium"/>
              <a:ea typeface="Crimson Pro Medium"/>
              <a:cs typeface="Crimson Pro Medium"/>
              <a:sym typeface="Crimson Pro Medium"/>
            </a:endParaRPr>
          </a:p>
        </p:txBody>
      </p:sp>
      <p:sp>
        <p:nvSpPr>
          <p:cNvPr id="115" name="Google Shape;115;p5"/>
          <p:cNvSpPr/>
          <p:nvPr/>
        </p:nvSpPr>
        <p:spPr>
          <a:xfrm>
            <a:off x="5313759" y="6106001"/>
            <a:ext cx="4003000" cy="274796"/>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C3249"/>
              </a:buClr>
              <a:buSzPts val="1350"/>
              <a:buFont typeface="Martel Sans"/>
              <a:buNone/>
            </a:pPr>
            <a:r>
              <a:rPr b="0" i="0" lang="en-US" sz="1600" u="none" cap="none" strike="noStrike">
                <a:solidFill>
                  <a:srgbClr val="2C3249"/>
                </a:solidFill>
                <a:latin typeface="Crimson Pro Medium"/>
                <a:ea typeface="Crimson Pro Medium"/>
                <a:cs typeface="Crimson Pro Medium"/>
                <a:sym typeface="Crimson Pro Medium"/>
              </a:rPr>
              <a:t>Allows developers to choose components.</a:t>
            </a:r>
            <a:endParaRPr b="0" i="0" sz="1600" u="none" cap="none" strike="noStrike">
              <a:solidFill>
                <a:schemeClr val="dk1"/>
              </a:solidFill>
              <a:latin typeface="Crimson Pro Medium"/>
              <a:ea typeface="Crimson Pro Medium"/>
              <a:cs typeface="Crimson Pro Medium"/>
              <a:sym typeface="Crimson Pro Medium"/>
            </a:endParaRPr>
          </a:p>
        </p:txBody>
      </p:sp>
      <p:sp>
        <p:nvSpPr>
          <p:cNvPr id="116" name="Google Shape;116;p5"/>
          <p:cNvSpPr/>
          <p:nvPr/>
        </p:nvSpPr>
        <p:spPr>
          <a:xfrm>
            <a:off x="9667756" y="5555456"/>
            <a:ext cx="4361617" cy="1004649"/>
          </a:xfrm>
          <a:prstGeom prst="roundRect">
            <a:avLst>
              <a:gd fmla="val 7181"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rimson Pro Medium"/>
              <a:ea typeface="Crimson Pro Medium"/>
              <a:cs typeface="Crimson Pro Medium"/>
              <a:sym typeface="Crimson Pro Medium"/>
            </a:endParaRPr>
          </a:p>
        </p:txBody>
      </p:sp>
      <p:sp>
        <p:nvSpPr>
          <p:cNvPr id="117" name="Google Shape;117;p5"/>
          <p:cNvSpPr/>
          <p:nvPr/>
        </p:nvSpPr>
        <p:spPr>
          <a:xfrm>
            <a:off x="9847064" y="5734764"/>
            <a:ext cx="2146935" cy="268248"/>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2C3249"/>
              </a:buClr>
              <a:buSzPts val="1650"/>
              <a:buFont typeface="Kanit Light"/>
              <a:buNone/>
            </a:pPr>
            <a:r>
              <a:rPr b="0" i="0" lang="en-US" sz="1600" u="none" cap="none" strike="noStrike">
                <a:solidFill>
                  <a:srgbClr val="2C3249"/>
                </a:solidFill>
                <a:latin typeface="Crimson Pro Medium"/>
                <a:ea typeface="Crimson Pro Medium"/>
                <a:cs typeface="Crimson Pro Medium"/>
                <a:sym typeface="Crimson Pro Medium"/>
              </a:rPr>
              <a:t>Extensible</a:t>
            </a:r>
            <a:endParaRPr b="0" i="0" sz="1600" u="none" cap="none" strike="noStrike">
              <a:solidFill>
                <a:schemeClr val="dk1"/>
              </a:solidFill>
              <a:latin typeface="Crimson Pro Medium"/>
              <a:ea typeface="Crimson Pro Medium"/>
              <a:cs typeface="Crimson Pro Medium"/>
              <a:sym typeface="Crimson Pro Medium"/>
            </a:endParaRPr>
          </a:p>
        </p:txBody>
      </p:sp>
      <p:sp>
        <p:nvSpPr>
          <p:cNvPr id="118" name="Google Shape;118;p5"/>
          <p:cNvSpPr/>
          <p:nvPr/>
        </p:nvSpPr>
        <p:spPr>
          <a:xfrm>
            <a:off x="9847064" y="6106001"/>
            <a:ext cx="4003000" cy="274796"/>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2C3249"/>
              </a:buClr>
              <a:buSzPts val="1350"/>
              <a:buFont typeface="Martel Sans"/>
              <a:buNone/>
            </a:pPr>
            <a:r>
              <a:rPr b="0" i="0" lang="en-US" sz="1600" u="none" cap="none" strike="noStrike">
                <a:solidFill>
                  <a:srgbClr val="2C3249"/>
                </a:solidFill>
                <a:latin typeface="Crimson Pro Medium"/>
                <a:ea typeface="Crimson Pro Medium"/>
                <a:cs typeface="Crimson Pro Medium"/>
                <a:sym typeface="Crimson Pro Medium"/>
              </a:rPr>
              <a:t>Vast ecosystem of third-party extensions.</a:t>
            </a:r>
            <a:endParaRPr b="0" i="0" sz="1600" u="none" cap="none" strike="noStrike">
              <a:solidFill>
                <a:schemeClr val="dk1"/>
              </a:solidFill>
              <a:latin typeface="Crimson Pro Medium"/>
              <a:ea typeface="Crimson Pro Medium"/>
              <a:cs typeface="Crimson Pro Medium"/>
              <a:sym typeface="Crimson Pro Medium"/>
            </a:endParaRPr>
          </a:p>
        </p:txBody>
      </p:sp>
      <p:sp>
        <p:nvSpPr>
          <p:cNvPr id="119" name="Google Shape;119;p5"/>
          <p:cNvSpPr/>
          <p:nvPr/>
        </p:nvSpPr>
        <p:spPr>
          <a:xfrm>
            <a:off x="601147" y="6753225"/>
            <a:ext cx="4361617" cy="1004649"/>
          </a:xfrm>
          <a:prstGeom prst="roundRect">
            <a:avLst>
              <a:gd fmla="val 7181"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rimson Pro Medium"/>
              <a:ea typeface="Crimson Pro Medium"/>
              <a:cs typeface="Crimson Pro Medium"/>
              <a:sym typeface="Crimson Pro Medium"/>
            </a:endParaRPr>
          </a:p>
        </p:txBody>
      </p:sp>
      <p:sp>
        <p:nvSpPr>
          <p:cNvPr id="120" name="Google Shape;120;p5"/>
          <p:cNvSpPr/>
          <p:nvPr/>
        </p:nvSpPr>
        <p:spPr>
          <a:xfrm>
            <a:off x="1708428" y="6932533"/>
            <a:ext cx="2146935" cy="268248"/>
          </a:xfrm>
          <a:prstGeom prst="rect">
            <a:avLst/>
          </a:prstGeom>
          <a:noFill/>
          <a:ln>
            <a:noFill/>
          </a:ln>
        </p:spPr>
        <p:txBody>
          <a:bodyPr anchorCtr="0" anchor="t" bIns="0" lIns="0" spcFirstLastPara="1" rIns="0" wrap="square" tIns="0">
            <a:noAutofit/>
          </a:bodyPr>
          <a:lstStyle/>
          <a:p>
            <a:pPr indent="0" lvl="0" marL="0" marR="0" rtl="0" algn="ctr">
              <a:lnSpc>
                <a:spcPct val="127272"/>
              </a:lnSpc>
              <a:spcBef>
                <a:spcPts val="0"/>
              </a:spcBef>
              <a:spcAft>
                <a:spcPts val="0"/>
              </a:spcAft>
              <a:buClr>
                <a:srgbClr val="2C3249"/>
              </a:buClr>
              <a:buSzPts val="1650"/>
              <a:buFont typeface="Kanit Light"/>
              <a:buNone/>
            </a:pPr>
            <a:r>
              <a:rPr b="0" i="0" lang="en-US" sz="1600" u="none" cap="none" strike="noStrike">
                <a:solidFill>
                  <a:srgbClr val="2C3249"/>
                </a:solidFill>
                <a:latin typeface="Crimson Pro Medium"/>
                <a:ea typeface="Crimson Pro Medium"/>
                <a:cs typeface="Crimson Pro Medium"/>
                <a:sym typeface="Crimson Pro Medium"/>
              </a:rPr>
              <a:t>Simple Routing</a:t>
            </a:r>
            <a:endParaRPr b="0" i="0" sz="1600" u="none" cap="none" strike="noStrike">
              <a:solidFill>
                <a:schemeClr val="dk1"/>
              </a:solidFill>
              <a:latin typeface="Crimson Pro Medium"/>
              <a:ea typeface="Crimson Pro Medium"/>
              <a:cs typeface="Crimson Pro Medium"/>
              <a:sym typeface="Crimson Pro Medium"/>
            </a:endParaRPr>
          </a:p>
        </p:txBody>
      </p:sp>
      <p:sp>
        <p:nvSpPr>
          <p:cNvPr id="121" name="Google Shape;121;p5"/>
          <p:cNvSpPr/>
          <p:nvPr/>
        </p:nvSpPr>
        <p:spPr>
          <a:xfrm>
            <a:off x="780455" y="7303770"/>
            <a:ext cx="4003000" cy="274796"/>
          </a:xfrm>
          <a:prstGeom prst="rect">
            <a:avLst/>
          </a:prstGeom>
          <a:noFill/>
          <a:ln>
            <a:noFill/>
          </a:ln>
        </p:spPr>
        <p:txBody>
          <a:bodyPr anchorCtr="0" anchor="t" bIns="0" lIns="0" spcFirstLastPara="1" rIns="0" wrap="square" tIns="0">
            <a:noAutofit/>
          </a:bodyPr>
          <a:lstStyle/>
          <a:p>
            <a:pPr indent="0" lvl="0" marL="0" marR="0" rtl="0" algn="ctr">
              <a:lnSpc>
                <a:spcPct val="159259"/>
              </a:lnSpc>
              <a:spcBef>
                <a:spcPts val="0"/>
              </a:spcBef>
              <a:spcAft>
                <a:spcPts val="0"/>
              </a:spcAft>
              <a:buClr>
                <a:srgbClr val="2C3249"/>
              </a:buClr>
              <a:buSzPts val="1350"/>
              <a:buFont typeface="Martel Sans"/>
              <a:buNone/>
            </a:pPr>
            <a:r>
              <a:rPr b="0" i="0" lang="en-US" sz="1600" u="none" cap="none" strike="noStrike">
                <a:solidFill>
                  <a:srgbClr val="2C3249"/>
                </a:solidFill>
                <a:latin typeface="Crimson Pro Medium"/>
                <a:ea typeface="Crimson Pro Medium"/>
                <a:cs typeface="Crimson Pro Medium"/>
                <a:sym typeface="Crimson Pro Medium"/>
              </a:rPr>
              <a:t>Easy URL mapping to functions.</a:t>
            </a:r>
            <a:endParaRPr b="0" i="0" sz="1600" u="none" cap="none" strike="noStrike">
              <a:solidFill>
                <a:schemeClr val="dk1"/>
              </a:solidFill>
              <a:latin typeface="Crimson Pro Medium"/>
              <a:ea typeface="Crimson Pro Medium"/>
              <a:cs typeface="Crimson Pro Medium"/>
              <a:sym typeface="Crimson Pro Medium"/>
            </a:endParaRPr>
          </a:p>
        </p:txBody>
      </p:sp>
      <p:sp>
        <p:nvSpPr>
          <p:cNvPr id="122" name="Google Shape;122;p5"/>
          <p:cNvSpPr/>
          <p:nvPr/>
        </p:nvSpPr>
        <p:spPr>
          <a:xfrm>
            <a:off x="5134451" y="6753225"/>
            <a:ext cx="4361617" cy="1004649"/>
          </a:xfrm>
          <a:prstGeom prst="roundRect">
            <a:avLst>
              <a:gd fmla="val 7181"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rimson Pro Medium"/>
              <a:ea typeface="Crimson Pro Medium"/>
              <a:cs typeface="Crimson Pro Medium"/>
              <a:sym typeface="Crimson Pro Medium"/>
            </a:endParaRPr>
          </a:p>
        </p:txBody>
      </p:sp>
      <p:sp>
        <p:nvSpPr>
          <p:cNvPr id="123" name="Google Shape;123;p5"/>
          <p:cNvSpPr/>
          <p:nvPr/>
        </p:nvSpPr>
        <p:spPr>
          <a:xfrm>
            <a:off x="6241732" y="6932533"/>
            <a:ext cx="2146935" cy="268248"/>
          </a:xfrm>
          <a:prstGeom prst="rect">
            <a:avLst/>
          </a:prstGeom>
          <a:noFill/>
          <a:ln>
            <a:noFill/>
          </a:ln>
        </p:spPr>
        <p:txBody>
          <a:bodyPr anchorCtr="0" anchor="t" bIns="0" lIns="0" spcFirstLastPara="1" rIns="0" wrap="square" tIns="0">
            <a:noAutofit/>
          </a:bodyPr>
          <a:lstStyle/>
          <a:p>
            <a:pPr indent="0" lvl="0" marL="0" marR="0" rtl="0" algn="ctr">
              <a:lnSpc>
                <a:spcPct val="127272"/>
              </a:lnSpc>
              <a:spcBef>
                <a:spcPts val="0"/>
              </a:spcBef>
              <a:spcAft>
                <a:spcPts val="0"/>
              </a:spcAft>
              <a:buClr>
                <a:srgbClr val="2C3249"/>
              </a:buClr>
              <a:buSzPts val="1650"/>
              <a:buFont typeface="Kanit Light"/>
              <a:buNone/>
            </a:pPr>
            <a:r>
              <a:rPr b="0" i="0" lang="en-US" sz="1600" u="none" cap="none" strike="noStrike">
                <a:solidFill>
                  <a:srgbClr val="2C3249"/>
                </a:solidFill>
                <a:latin typeface="Crimson Pro Medium"/>
                <a:ea typeface="Crimson Pro Medium"/>
                <a:cs typeface="Crimson Pro Medium"/>
                <a:sym typeface="Crimson Pro Medium"/>
              </a:rPr>
              <a:t>Dev Server</a:t>
            </a:r>
            <a:endParaRPr b="0" i="0" sz="1600" u="none" cap="none" strike="noStrike">
              <a:solidFill>
                <a:schemeClr val="dk1"/>
              </a:solidFill>
              <a:latin typeface="Crimson Pro Medium"/>
              <a:ea typeface="Crimson Pro Medium"/>
              <a:cs typeface="Crimson Pro Medium"/>
              <a:sym typeface="Crimson Pro Medium"/>
            </a:endParaRPr>
          </a:p>
        </p:txBody>
      </p:sp>
      <p:sp>
        <p:nvSpPr>
          <p:cNvPr id="124" name="Google Shape;124;p5"/>
          <p:cNvSpPr/>
          <p:nvPr/>
        </p:nvSpPr>
        <p:spPr>
          <a:xfrm>
            <a:off x="5313759" y="7303770"/>
            <a:ext cx="4003000" cy="274796"/>
          </a:xfrm>
          <a:prstGeom prst="rect">
            <a:avLst/>
          </a:prstGeom>
          <a:noFill/>
          <a:ln>
            <a:noFill/>
          </a:ln>
        </p:spPr>
        <p:txBody>
          <a:bodyPr anchorCtr="0" anchor="t" bIns="0" lIns="0" spcFirstLastPara="1" rIns="0" wrap="square" tIns="0">
            <a:noAutofit/>
          </a:bodyPr>
          <a:lstStyle/>
          <a:p>
            <a:pPr indent="0" lvl="0" marL="0" marR="0" rtl="0" algn="ctr">
              <a:lnSpc>
                <a:spcPct val="159259"/>
              </a:lnSpc>
              <a:spcBef>
                <a:spcPts val="0"/>
              </a:spcBef>
              <a:spcAft>
                <a:spcPts val="0"/>
              </a:spcAft>
              <a:buClr>
                <a:srgbClr val="2C3249"/>
              </a:buClr>
              <a:buSzPts val="1350"/>
              <a:buFont typeface="Martel Sans"/>
              <a:buNone/>
            </a:pPr>
            <a:r>
              <a:rPr b="0" i="0" lang="en-US" sz="1600" u="none" cap="none" strike="noStrike">
                <a:solidFill>
                  <a:srgbClr val="2C3249"/>
                </a:solidFill>
                <a:latin typeface="Crimson Pro Medium"/>
                <a:ea typeface="Crimson Pro Medium"/>
                <a:cs typeface="Crimson Pro Medium"/>
                <a:sym typeface="Crimson Pro Medium"/>
              </a:rPr>
              <a:t>Quick setup for local development.</a:t>
            </a:r>
            <a:endParaRPr b="0" i="0" sz="1600" u="none" cap="none" strike="noStrike">
              <a:solidFill>
                <a:schemeClr val="dk1"/>
              </a:solidFill>
              <a:latin typeface="Crimson Pro Medium"/>
              <a:ea typeface="Crimson Pro Medium"/>
              <a:cs typeface="Crimson Pro Medium"/>
              <a:sym typeface="Crimson Pro Medium"/>
            </a:endParaRPr>
          </a:p>
        </p:txBody>
      </p:sp>
      <p:sp>
        <p:nvSpPr>
          <p:cNvPr id="125" name="Google Shape;125;p5"/>
          <p:cNvSpPr/>
          <p:nvPr/>
        </p:nvSpPr>
        <p:spPr>
          <a:xfrm>
            <a:off x="9667756" y="6753225"/>
            <a:ext cx="4361617" cy="1004649"/>
          </a:xfrm>
          <a:prstGeom prst="roundRect">
            <a:avLst>
              <a:gd fmla="val 7181"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rimson Pro Medium"/>
              <a:ea typeface="Crimson Pro Medium"/>
              <a:cs typeface="Crimson Pro Medium"/>
              <a:sym typeface="Crimson Pro Medium"/>
            </a:endParaRPr>
          </a:p>
        </p:txBody>
      </p:sp>
      <p:sp>
        <p:nvSpPr>
          <p:cNvPr id="126" name="Google Shape;126;p5"/>
          <p:cNvSpPr/>
          <p:nvPr/>
        </p:nvSpPr>
        <p:spPr>
          <a:xfrm>
            <a:off x="10775037" y="6932533"/>
            <a:ext cx="2146935" cy="268248"/>
          </a:xfrm>
          <a:prstGeom prst="rect">
            <a:avLst/>
          </a:prstGeom>
          <a:noFill/>
          <a:ln>
            <a:noFill/>
          </a:ln>
        </p:spPr>
        <p:txBody>
          <a:bodyPr anchorCtr="0" anchor="t" bIns="0" lIns="0" spcFirstLastPara="1" rIns="0" wrap="square" tIns="0">
            <a:noAutofit/>
          </a:bodyPr>
          <a:lstStyle/>
          <a:p>
            <a:pPr indent="0" lvl="0" marL="0" marR="0" rtl="0" algn="ctr">
              <a:lnSpc>
                <a:spcPct val="127272"/>
              </a:lnSpc>
              <a:spcBef>
                <a:spcPts val="0"/>
              </a:spcBef>
              <a:spcAft>
                <a:spcPts val="0"/>
              </a:spcAft>
              <a:buClr>
                <a:srgbClr val="2C3249"/>
              </a:buClr>
              <a:buSzPts val="1650"/>
              <a:buFont typeface="Kanit Light"/>
              <a:buNone/>
            </a:pPr>
            <a:r>
              <a:rPr b="0" i="0" lang="en-US" sz="1600" u="none" cap="none" strike="noStrike">
                <a:solidFill>
                  <a:srgbClr val="2C3249"/>
                </a:solidFill>
                <a:latin typeface="Crimson Pro Medium"/>
                <a:ea typeface="Crimson Pro Medium"/>
                <a:cs typeface="Crimson Pro Medium"/>
                <a:sym typeface="Crimson Pro Medium"/>
              </a:rPr>
              <a:t>Jinja2</a:t>
            </a:r>
            <a:endParaRPr b="0" i="0" sz="1600" u="none" cap="none" strike="noStrike">
              <a:solidFill>
                <a:schemeClr val="dk1"/>
              </a:solidFill>
              <a:latin typeface="Crimson Pro Medium"/>
              <a:ea typeface="Crimson Pro Medium"/>
              <a:cs typeface="Crimson Pro Medium"/>
              <a:sym typeface="Crimson Pro Medium"/>
            </a:endParaRPr>
          </a:p>
        </p:txBody>
      </p:sp>
      <p:sp>
        <p:nvSpPr>
          <p:cNvPr id="127" name="Google Shape;127;p5"/>
          <p:cNvSpPr/>
          <p:nvPr/>
        </p:nvSpPr>
        <p:spPr>
          <a:xfrm>
            <a:off x="9847064" y="7303770"/>
            <a:ext cx="4003000" cy="274796"/>
          </a:xfrm>
          <a:prstGeom prst="rect">
            <a:avLst/>
          </a:prstGeom>
          <a:noFill/>
          <a:ln>
            <a:noFill/>
          </a:ln>
        </p:spPr>
        <p:txBody>
          <a:bodyPr anchorCtr="0" anchor="t" bIns="0" lIns="0" spcFirstLastPara="1" rIns="0" wrap="square" tIns="0">
            <a:noAutofit/>
          </a:bodyPr>
          <a:lstStyle/>
          <a:p>
            <a:pPr indent="0" lvl="0" marL="0" marR="0" rtl="0" algn="ctr">
              <a:lnSpc>
                <a:spcPct val="159259"/>
              </a:lnSpc>
              <a:spcBef>
                <a:spcPts val="0"/>
              </a:spcBef>
              <a:spcAft>
                <a:spcPts val="0"/>
              </a:spcAft>
              <a:buClr>
                <a:srgbClr val="2C3249"/>
              </a:buClr>
              <a:buSzPts val="1350"/>
              <a:buFont typeface="Martel Sans"/>
              <a:buNone/>
            </a:pPr>
            <a:r>
              <a:rPr b="0" i="0" lang="en-US" sz="1600" u="none" cap="none" strike="noStrike">
                <a:solidFill>
                  <a:srgbClr val="2C3249"/>
                </a:solidFill>
                <a:latin typeface="Crimson Pro Medium"/>
                <a:ea typeface="Crimson Pro Medium"/>
                <a:cs typeface="Crimson Pro Medium"/>
                <a:sym typeface="Crimson Pro Medium"/>
              </a:rPr>
              <a:t>Powerful templating engine.</a:t>
            </a:r>
            <a:endParaRPr b="0" i="0" sz="1600" u="none" cap="none" strike="noStrike">
              <a:solidFill>
                <a:schemeClr val="dk1"/>
              </a:solidFill>
              <a:latin typeface="Crimson Pro Medium"/>
              <a:ea typeface="Crimson Pro Medium"/>
              <a:cs typeface="Crimson Pro Medium"/>
              <a:sym typeface="Crimson Pr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p:nvPr/>
        </p:nvSpPr>
        <p:spPr>
          <a:xfrm>
            <a:off x="664964" y="522565"/>
            <a:ext cx="4784646" cy="593765"/>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272D45"/>
              </a:buClr>
              <a:buSzPts val="3700"/>
              <a:buFont typeface="Kanit Light"/>
              <a:buNone/>
            </a:pPr>
            <a:r>
              <a:rPr b="1" i="0" lang="en-US" sz="3700" u="none" cap="none" strike="noStrike">
                <a:solidFill>
                  <a:srgbClr val="272D45"/>
                </a:solidFill>
                <a:latin typeface="Crimson Pro"/>
                <a:ea typeface="Crimson Pro"/>
                <a:cs typeface="Crimson Pro"/>
                <a:sym typeface="Crimson Pro"/>
              </a:rPr>
              <a:t>Introduction to FastAPI</a:t>
            </a:r>
            <a:endParaRPr b="1" i="0" sz="3700" u="none" cap="none" strike="noStrike">
              <a:solidFill>
                <a:schemeClr val="dk1"/>
              </a:solidFill>
              <a:latin typeface="Crimson Pro"/>
              <a:ea typeface="Crimson Pro"/>
              <a:cs typeface="Crimson Pro"/>
              <a:sym typeface="Crimson Pro"/>
            </a:endParaRPr>
          </a:p>
        </p:txBody>
      </p:sp>
      <p:sp>
        <p:nvSpPr>
          <p:cNvPr id="134" name="Google Shape;134;p6"/>
          <p:cNvSpPr/>
          <p:nvPr/>
        </p:nvSpPr>
        <p:spPr>
          <a:xfrm>
            <a:off x="664975" y="1496247"/>
            <a:ext cx="13300500" cy="12552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2C3249"/>
              </a:buClr>
              <a:buSzPts val="1450"/>
              <a:buFont typeface="Martel Sans"/>
              <a:buNone/>
            </a:pPr>
            <a:r>
              <a:rPr b="0" i="0" lang="en-US" sz="1750" u="none" cap="none" strike="noStrike">
                <a:solidFill>
                  <a:srgbClr val="2C3249"/>
                </a:solidFill>
                <a:latin typeface="Crimson Pro Medium"/>
                <a:ea typeface="Crimson Pro Medium"/>
                <a:cs typeface="Crimson Pro Medium"/>
                <a:sym typeface="Crimson Pro Medium"/>
              </a:rPr>
              <a:t>FastAPI, a modern web framework released in 2018, is built on ASGI (Asynchronous Server Gateway Interface) and designed for high-performance APIs. Its native support for async/await programming enables developers to write concurrent code, improving application responsiveness. Moreover, the automatic API documentation with Swagger UI enhances usability.</a:t>
            </a:r>
            <a:endParaRPr b="0" i="0" sz="1750" u="none" cap="none" strike="noStrike">
              <a:solidFill>
                <a:schemeClr val="dk1"/>
              </a:solidFill>
              <a:latin typeface="Crimson Pro Medium"/>
              <a:ea typeface="Crimson Pro Medium"/>
              <a:cs typeface="Crimson Pro Medium"/>
              <a:sym typeface="Crimson Pro Medium"/>
            </a:endParaRPr>
          </a:p>
        </p:txBody>
      </p:sp>
      <p:pic>
        <p:nvPicPr>
          <p:cNvPr descr="preencoded.png" id="135" name="Google Shape;135;p6"/>
          <p:cNvPicPr preferRelativeResize="0"/>
          <p:nvPr/>
        </p:nvPicPr>
        <p:blipFill rotWithShape="1">
          <a:blip r:embed="rId3">
            <a:alphaModFix/>
          </a:blip>
          <a:srcRect b="0" l="0" r="0" t="0"/>
          <a:stretch/>
        </p:blipFill>
        <p:spPr>
          <a:xfrm>
            <a:off x="3044026" y="2835600"/>
            <a:ext cx="8542376" cy="4567475"/>
          </a:xfrm>
          <a:prstGeom prst="rect">
            <a:avLst/>
          </a:prstGeom>
          <a:noFill/>
          <a:ln>
            <a:noFill/>
          </a:ln>
        </p:spPr>
      </p:pic>
      <p:sp>
        <p:nvSpPr>
          <p:cNvPr id="136" name="Google Shape;136;p6"/>
          <p:cNvSpPr/>
          <p:nvPr/>
        </p:nvSpPr>
        <p:spPr>
          <a:xfrm>
            <a:off x="664964" y="7403068"/>
            <a:ext cx="13300472" cy="303967"/>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chemeClr val="dk1"/>
              </a:buClr>
              <a:buSzPts val="1450"/>
              <a:buFont typeface="Calibri"/>
              <a:buNone/>
            </a:pPr>
            <a:r>
              <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7"/>
          <p:cNvPicPr preferRelativeResize="0"/>
          <p:nvPr/>
        </p:nvPicPr>
        <p:blipFill rotWithShape="1">
          <a:blip r:embed="rId3">
            <a:alphaModFix/>
          </a:blip>
          <a:srcRect b="0" l="0" r="0" t="0"/>
          <a:stretch/>
        </p:blipFill>
        <p:spPr>
          <a:xfrm>
            <a:off x="647700" y="280988"/>
            <a:ext cx="13335000" cy="7667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p:nvPr/>
        </p:nvSpPr>
        <p:spPr>
          <a:xfrm>
            <a:off x="587100" y="461251"/>
            <a:ext cx="4744800" cy="8205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272D45"/>
              </a:buClr>
              <a:buSzPts val="3300"/>
              <a:buFont typeface="Kanit Light"/>
              <a:buNone/>
            </a:pPr>
            <a:r>
              <a:rPr b="1" i="0" lang="en-US" sz="3600" u="none" cap="none" strike="noStrike">
                <a:solidFill>
                  <a:srgbClr val="272D45"/>
                </a:solidFill>
                <a:latin typeface="Crimson Pro"/>
                <a:ea typeface="Crimson Pro"/>
                <a:cs typeface="Crimson Pro"/>
                <a:sym typeface="Crimson Pro"/>
              </a:rPr>
              <a:t>FastAPI Features</a:t>
            </a:r>
            <a:endParaRPr b="1" i="0" sz="3600" u="none" cap="none" strike="noStrike">
              <a:solidFill>
                <a:schemeClr val="dk1"/>
              </a:solidFill>
              <a:latin typeface="Crimson Pro"/>
              <a:ea typeface="Crimson Pro"/>
              <a:cs typeface="Crimson Pro"/>
              <a:sym typeface="Crimson Pro"/>
            </a:endParaRPr>
          </a:p>
        </p:txBody>
      </p:sp>
      <p:sp>
        <p:nvSpPr>
          <p:cNvPr id="149" name="Google Shape;149;p8"/>
          <p:cNvSpPr/>
          <p:nvPr/>
        </p:nvSpPr>
        <p:spPr>
          <a:xfrm>
            <a:off x="587100" y="1457075"/>
            <a:ext cx="13456200" cy="15354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2C3249"/>
              </a:buClr>
              <a:buSzPts val="1300"/>
              <a:buFont typeface="Martel Sans"/>
              <a:buNone/>
            </a:pPr>
            <a:r>
              <a:rPr b="0" i="0" lang="en-US" sz="1700" u="none" cap="none" strike="noStrike">
                <a:solidFill>
                  <a:srgbClr val="2C3249"/>
                </a:solidFill>
                <a:latin typeface="Crimson Pro Medium"/>
                <a:ea typeface="Crimson Pro Medium"/>
                <a:cs typeface="Crimson Pro Medium"/>
                <a:sym typeface="Crimson Pro Medium"/>
              </a:rPr>
              <a:t>FastAPI provides automatic data validation with Pydantic, ensuring data integrity, and bAppuilt-in Swagger UI for interactive API documentation. It utilizes type hints and input validation, reducing common errors. Known for high performance comparable to Go and Node.js, it supports dependency injection, making it ideal for machine learning and data science APIs.</a:t>
            </a:r>
            <a:endParaRPr b="0" i="0" sz="1700" u="none" cap="none" strike="noStrike">
              <a:solidFill>
                <a:schemeClr val="dk1"/>
              </a:solidFill>
              <a:latin typeface="Crimson Pro Medium"/>
              <a:ea typeface="Crimson Pro Medium"/>
              <a:cs typeface="Crimson Pro Medium"/>
              <a:sym typeface="Crimson Pro Medium"/>
            </a:endParaRPr>
          </a:p>
        </p:txBody>
      </p:sp>
      <p:pic>
        <p:nvPicPr>
          <p:cNvPr descr="preencoded.png" id="150" name="Google Shape;150;p8"/>
          <p:cNvPicPr preferRelativeResize="0"/>
          <p:nvPr/>
        </p:nvPicPr>
        <p:blipFill rotWithShape="1">
          <a:blip r:embed="rId3">
            <a:alphaModFix/>
          </a:blip>
          <a:srcRect b="0" l="0" r="0" t="0"/>
          <a:stretch/>
        </p:blipFill>
        <p:spPr>
          <a:xfrm>
            <a:off x="3524625" y="3167750"/>
            <a:ext cx="8078925" cy="4706375"/>
          </a:xfrm>
          <a:prstGeom prst="rect">
            <a:avLst/>
          </a:prstGeom>
          <a:noFill/>
          <a:ln>
            <a:noFill/>
          </a:ln>
        </p:spPr>
      </p:pic>
      <p:sp>
        <p:nvSpPr>
          <p:cNvPr id="151" name="Google Shape;151;p8"/>
          <p:cNvSpPr/>
          <p:nvPr/>
        </p:nvSpPr>
        <p:spPr>
          <a:xfrm>
            <a:off x="587097" y="7501176"/>
            <a:ext cx="13456206" cy="268367"/>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9"/>
          <p:cNvSpPr/>
          <p:nvPr/>
        </p:nvSpPr>
        <p:spPr>
          <a:xfrm>
            <a:off x="793788" y="1037151"/>
            <a:ext cx="6346200" cy="780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72D45"/>
              </a:buClr>
              <a:buSzPts val="4450"/>
              <a:buFont typeface="Kanit Light"/>
              <a:buNone/>
            </a:pPr>
            <a:r>
              <a:rPr b="1" i="0" lang="en-US" sz="4000" u="none" cap="none" strike="noStrike">
                <a:solidFill>
                  <a:srgbClr val="272D45"/>
                </a:solidFill>
                <a:latin typeface="Crimson Pro"/>
                <a:ea typeface="Crimson Pro"/>
                <a:cs typeface="Crimson Pro"/>
                <a:sym typeface="Crimson Pro"/>
              </a:rPr>
              <a:t>Performance Comparison</a:t>
            </a:r>
            <a:endParaRPr b="1" i="0" sz="4000" u="none" cap="none" strike="noStrike">
              <a:solidFill>
                <a:schemeClr val="dk1"/>
              </a:solidFill>
              <a:latin typeface="Crimson Pro"/>
              <a:ea typeface="Crimson Pro"/>
              <a:cs typeface="Crimson Pro"/>
              <a:sym typeface="Crimson Pro"/>
            </a:endParaRPr>
          </a:p>
        </p:txBody>
      </p:sp>
      <p:sp>
        <p:nvSpPr>
          <p:cNvPr id="158" name="Google Shape;158;p9"/>
          <p:cNvSpPr/>
          <p:nvPr/>
        </p:nvSpPr>
        <p:spPr>
          <a:xfrm>
            <a:off x="793125" y="2228233"/>
            <a:ext cx="13042800" cy="1598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800" u="none" cap="none" strike="noStrike">
                <a:solidFill>
                  <a:srgbClr val="2C3249"/>
                </a:solidFill>
                <a:latin typeface="Crimson Pro Medium"/>
                <a:ea typeface="Crimson Pro Medium"/>
                <a:cs typeface="Crimson Pro Medium"/>
                <a:sym typeface="Crimson Pro Medium"/>
              </a:rPr>
              <a:t>FastAPI exhibits significantly faster performance than Flask due to its async support, which enables concurrent request handling. Unlike Flask, which processes requests synchronously, FastAPI can handle 2-3x more concurrent connections while consuming fewer resources for high-traffic applications. This makes it a superior choice for performance-critical applications.</a:t>
            </a:r>
            <a:endParaRPr b="0" i="0" sz="1800" u="none" cap="none" strike="noStrike">
              <a:solidFill>
                <a:schemeClr val="dk1"/>
              </a:solidFill>
              <a:latin typeface="Crimson Pro Medium"/>
              <a:ea typeface="Crimson Pro Medium"/>
              <a:cs typeface="Crimson Pro Medium"/>
              <a:sym typeface="Crimson Pro Medium"/>
            </a:endParaRPr>
          </a:p>
        </p:txBody>
      </p:sp>
      <p:sp>
        <p:nvSpPr>
          <p:cNvPr id="159" name="Google Shape;159;p9"/>
          <p:cNvSpPr/>
          <p:nvPr/>
        </p:nvSpPr>
        <p:spPr>
          <a:xfrm>
            <a:off x="793788" y="4860134"/>
            <a:ext cx="13042800" cy="2164800"/>
          </a:xfrm>
          <a:prstGeom prst="roundRect">
            <a:avLst>
              <a:gd fmla="val 4845" name="adj"/>
            </a:avLst>
          </a:prstGeom>
          <a:noFill/>
          <a:ln cap="flat" cmpd="sng" w="9525">
            <a:solidFill>
              <a:srgbClr val="000000">
                <a:alpha val="745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rimson Pro Medium"/>
              <a:ea typeface="Crimson Pro Medium"/>
              <a:cs typeface="Crimson Pro Medium"/>
              <a:sym typeface="Crimson Pro Medium"/>
            </a:endParaRPr>
          </a:p>
        </p:txBody>
      </p:sp>
      <p:sp>
        <p:nvSpPr>
          <p:cNvPr id="160" name="Google Shape;160;p9"/>
          <p:cNvSpPr/>
          <p:nvPr/>
        </p:nvSpPr>
        <p:spPr>
          <a:xfrm>
            <a:off x="801407" y="4868524"/>
            <a:ext cx="13026300" cy="716100"/>
          </a:xfrm>
          <a:prstGeom prst="rect">
            <a:avLst/>
          </a:prstGeom>
          <a:solidFill>
            <a:srgbClr val="FFFFFF">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rimson Pro Medium"/>
              <a:ea typeface="Crimson Pro Medium"/>
              <a:cs typeface="Crimson Pro Medium"/>
              <a:sym typeface="Crimson Pro Medium"/>
            </a:endParaRPr>
          </a:p>
        </p:txBody>
      </p:sp>
      <p:sp>
        <p:nvSpPr>
          <p:cNvPr id="161" name="Google Shape;161;p9"/>
          <p:cNvSpPr/>
          <p:nvPr/>
        </p:nvSpPr>
        <p:spPr>
          <a:xfrm>
            <a:off x="1029650" y="5026744"/>
            <a:ext cx="3884100" cy="399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800" u="none" cap="none" strike="noStrike">
                <a:solidFill>
                  <a:srgbClr val="2C3249"/>
                </a:solidFill>
                <a:latin typeface="Crimson Pro Medium"/>
                <a:ea typeface="Crimson Pro Medium"/>
                <a:cs typeface="Crimson Pro Medium"/>
                <a:sym typeface="Crimson Pro Medium"/>
              </a:rPr>
              <a:t>Concurrency</a:t>
            </a:r>
            <a:endParaRPr b="0" i="0" sz="1800" u="none" cap="none" strike="noStrike">
              <a:solidFill>
                <a:schemeClr val="dk1"/>
              </a:solidFill>
              <a:latin typeface="Crimson Pro Medium"/>
              <a:ea typeface="Crimson Pro Medium"/>
              <a:cs typeface="Crimson Pro Medium"/>
              <a:sym typeface="Crimson Pro Medium"/>
            </a:endParaRPr>
          </a:p>
        </p:txBody>
      </p:sp>
      <p:sp>
        <p:nvSpPr>
          <p:cNvPr id="162" name="Google Shape;162;p9"/>
          <p:cNvSpPr/>
          <p:nvPr/>
        </p:nvSpPr>
        <p:spPr>
          <a:xfrm>
            <a:off x="5375072" y="5026744"/>
            <a:ext cx="3880500" cy="399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800" u="none" cap="none" strike="noStrike">
                <a:solidFill>
                  <a:srgbClr val="2C3249"/>
                </a:solidFill>
                <a:latin typeface="Crimson Pro Medium"/>
                <a:ea typeface="Crimson Pro Medium"/>
                <a:cs typeface="Crimson Pro Medium"/>
                <a:sym typeface="Crimson Pro Medium"/>
              </a:rPr>
              <a:t>Limited</a:t>
            </a:r>
            <a:endParaRPr b="0" i="0" sz="1800" u="none" cap="none" strike="noStrike">
              <a:solidFill>
                <a:schemeClr val="dk1"/>
              </a:solidFill>
              <a:latin typeface="Crimson Pro Medium"/>
              <a:ea typeface="Crimson Pro Medium"/>
              <a:cs typeface="Crimson Pro Medium"/>
              <a:sym typeface="Crimson Pro Medium"/>
            </a:endParaRPr>
          </a:p>
        </p:txBody>
      </p:sp>
      <p:sp>
        <p:nvSpPr>
          <p:cNvPr id="163" name="Google Shape;163;p9"/>
          <p:cNvSpPr/>
          <p:nvPr/>
        </p:nvSpPr>
        <p:spPr>
          <a:xfrm>
            <a:off x="9716683" y="5026744"/>
            <a:ext cx="3884100" cy="399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800" u="none" cap="none" strike="noStrike">
                <a:solidFill>
                  <a:srgbClr val="2C3249"/>
                </a:solidFill>
                <a:latin typeface="Crimson Pro Medium"/>
                <a:ea typeface="Crimson Pro Medium"/>
                <a:cs typeface="Crimson Pro Medium"/>
                <a:sym typeface="Crimson Pro Medium"/>
              </a:rPr>
              <a:t>High</a:t>
            </a:r>
            <a:endParaRPr b="0" i="0" sz="1800" u="none" cap="none" strike="noStrike">
              <a:solidFill>
                <a:schemeClr val="dk1"/>
              </a:solidFill>
              <a:latin typeface="Crimson Pro Medium"/>
              <a:ea typeface="Crimson Pro Medium"/>
              <a:cs typeface="Crimson Pro Medium"/>
              <a:sym typeface="Crimson Pro Medium"/>
            </a:endParaRPr>
          </a:p>
        </p:txBody>
      </p:sp>
      <p:sp>
        <p:nvSpPr>
          <p:cNvPr id="164" name="Google Shape;164;p9"/>
          <p:cNvSpPr/>
          <p:nvPr/>
        </p:nvSpPr>
        <p:spPr>
          <a:xfrm>
            <a:off x="801407" y="5584512"/>
            <a:ext cx="13026300" cy="716100"/>
          </a:xfrm>
          <a:prstGeom prst="rect">
            <a:avLst/>
          </a:prstGeom>
          <a:solidFill>
            <a:srgbClr val="000000">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rimson Pro Medium"/>
              <a:ea typeface="Crimson Pro Medium"/>
              <a:cs typeface="Crimson Pro Medium"/>
              <a:sym typeface="Crimson Pro Medium"/>
            </a:endParaRPr>
          </a:p>
        </p:txBody>
      </p:sp>
      <p:sp>
        <p:nvSpPr>
          <p:cNvPr id="165" name="Google Shape;165;p9"/>
          <p:cNvSpPr/>
          <p:nvPr/>
        </p:nvSpPr>
        <p:spPr>
          <a:xfrm>
            <a:off x="1029650" y="5742732"/>
            <a:ext cx="3884100" cy="399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800" u="none" cap="none" strike="noStrike">
                <a:solidFill>
                  <a:srgbClr val="2C3249"/>
                </a:solidFill>
                <a:latin typeface="Crimson Pro Medium"/>
                <a:ea typeface="Crimson Pro Medium"/>
                <a:cs typeface="Crimson Pro Medium"/>
                <a:sym typeface="Crimson Pro Medium"/>
              </a:rPr>
              <a:t>Speed</a:t>
            </a:r>
            <a:endParaRPr b="0" i="0" sz="1800" u="none" cap="none" strike="noStrike">
              <a:solidFill>
                <a:schemeClr val="dk1"/>
              </a:solidFill>
              <a:latin typeface="Crimson Pro Medium"/>
              <a:ea typeface="Crimson Pro Medium"/>
              <a:cs typeface="Crimson Pro Medium"/>
              <a:sym typeface="Crimson Pro Medium"/>
            </a:endParaRPr>
          </a:p>
        </p:txBody>
      </p:sp>
      <p:sp>
        <p:nvSpPr>
          <p:cNvPr id="166" name="Google Shape;166;p9"/>
          <p:cNvSpPr/>
          <p:nvPr/>
        </p:nvSpPr>
        <p:spPr>
          <a:xfrm>
            <a:off x="5375072" y="5742732"/>
            <a:ext cx="3880500" cy="399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800" u="none" cap="none" strike="noStrike">
                <a:solidFill>
                  <a:srgbClr val="2C3249"/>
                </a:solidFill>
                <a:latin typeface="Crimson Pro Medium"/>
                <a:ea typeface="Crimson Pro Medium"/>
                <a:cs typeface="Crimson Pro Medium"/>
                <a:sym typeface="Crimson Pro Medium"/>
              </a:rPr>
              <a:t>Moderate</a:t>
            </a:r>
            <a:endParaRPr b="0" i="0" sz="1800" u="none" cap="none" strike="noStrike">
              <a:solidFill>
                <a:schemeClr val="dk1"/>
              </a:solidFill>
              <a:latin typeface="Crimson Pro Medium"/>
              <a:ea typeface="Crimson Pro Medium"/>
              <a:cs typeface="Crimson Pro Medium"/>
              <a:sym typeface="Crimson Pro Medium"/>
            </a:endParaRPr>
          </a:p>
        </p:txBody>
      </p:sp>
      <p:sp>
        <p:nvSpPr>
          <p:cNvPr id="167" name="Google Shape;167;p9"/>
          <p:cNvSpPr/>
          <p:nvPr/>
        </p:nvSpPr>
        <p:spPr>
          <a:xfrm>
            <a:off x="9716683" y="5742732"/>
            <a:ext cx="3884100" cy="399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800" u="none" cap="none" strike="noStrike">
                <a:solidFill>
                  <a:srgbClr val="2C3249"/>
                </a:solidFill>
                <a:latin typeface="Crimson Pro Medium"/>
                <a:ea typeface="Crimson Pro Medium"/>
                <a:cs typeface="Crimson Pro Medium"/>
                <a:sym typeface="Crimson Pro Medium"/>
              </a:rPr>
              <a:t>Fast</a:t>
            </a:r>
            <a:endParaRPr b="0" i="0" sz="1800" u="none" cap="none" strike="noStrike">
              <a:solidFill>
                <a:schemeClr val="dk1"/>
              </a:solidFill>
              <a:latin typeface="Crimson Pro Medium"/>
              <a:ea typeface="Crimson Pro Medium"/>
              <a:cs typeface="Crimson Pro Medium"/>
              <a:sym typeface="Crimson Pro Medium"/>
            </a:endParaRPr>
          </a:p>
        </p:txBody>
      </p:sp>
      <p:sp>
        <p:nvSpPr>
          <p:cNvPr id="168" name="Google Shape;168;p9"/>
          <p:cNvSpPr/>
          <p:nvPr/>
        </p:nvSpPr>
        <p:spPr>
          <a:xfrm>
            <a:off x="801407" y="6300499"/>
            <a:ext cx="13026300" cy="716100"/>
          </a:xfrm>
          <a:prstGeom prst="rect">
            <a:avLst/>
          </a:prstGeom>
          <a:solidFill>
            <a:srgbClr val="FFFFFF">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rimson Pro Medium"/>
              <a:ea typeface="Crimson Pro Medium"/>
              <a:cs typeface="Crimson Pro Medium"/>
              <a:sym typeface="Crimson Pro Medium"/>
            </a:endParaRPr>
          </a:p>
        </p:txBody>
      </p:sp>
      <p:sp>
        <p:nvSpPr>
          <p:cNvPr id="169" name="Google Shape;169;p9"/>
          <p:cNvSpPr/>
          <p:nvPr/>
        </p:nvSpPr>
        <p:spPr>
          <a:xfrm>
            <a:off x="1029650" y="6458719"/>
            <a:ext cx="3884100" cy="399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800" u="none" cap="none" strike="noStrike">
                <a:solidFill>
                  <a:srgbClr val="2C3249"/>
                </a:solidFill>
                <a:latin typeface="Crimson Pro Medium"/>
                <a:ea typeface="Crimson Pro Medium"/>
                <a:cs typeface="Crimson Pro Medium"/>
                <a:sym typeface="Crimson Pro Medium"/>
              </a:rPr>
              <a:t>Resource Use</a:t>
            </a:r>
            <a:endParaRPr b="0" i="0" sz="1800" u="none" cap="none" strike="noStrike">
              <a:solidFill>
                <a:schemeClr val="dk1"/>
              </a:solidFill>
              <a:latin typeface="Crimson Pro Medium"/>
              <a:ea typeface="Crimson Pro Medium"/>
              <a:cs typeface="Crimson Pro Medium"/>
              <a:sym typeface="Crimson Pro Medium"/>
            </a:endParaRPr>
          </a:p>
        </p:txBody>
      </p:sp>
      <p:sp>
        <p:nvSpPr>
          <p:cNvPr id="170" name="Google Shape;170;p9"/>
          <p:cNvSpPr/>
          <p:nvPr/>
        </p:nvSpPr>
        <p:spPr>
          <a:xfrm>
            <a:off x="5375072" y="6458719"/>
            <a:ext cx="3880500" cy="399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800" u="none" cap="none" strike="noStrike">
                <a:solidFill>
                  <a:srgbClr val="2C3249"/>
                </a:solidFill>
                <a:latin typeface="Crimson Pro Medium"/>
                <a:ea typeface="Crimson Pro Medium"/>
                <a:cs typeface="Crimson Pro Medium"/>
                <a:sym typeface="Crimson Pro Medium"/>
              </a:rPr>
              <a:t>Higher</a:t>
            </a:r>
            <a:endParaRPr b="0" i="0" sz="1800" u="none" cap="none" strike="noStrike">
              <a:solidFill>
                <a:schemeClr val="dk1"/>
              </a:solidFill>
              <a:latin typeface="Crimson Pro Medium"/>
              <a:ea typeface="Crimson Pro Medium"/>
              <a:cs typeface="Crimson Pro Medium"/>
              <a:sym typeface="Crimson Pro Medium"/>
            </a:endParaRPr>
          </a:p>
        </p:txBody>
      </p:sp>
      <p:sp>
        <p:nvSpPr>
          <p:cNvPr id="171" name="Google Shape;171;p9"/>
          <p:cNvSpPr/>
          <p:nvPr/>
        </p:nvSpPr>
        <p:spPr>
          <a:xfrm>
            <a:off x="9716683" y="6458719"/>
            <a:ext cx="3884100" cy="399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800" u="none" cap="none" strike="noStrike">
                <a:solidFill>
                  <a:srgbClr val="2C3249"/>
                </a:solidFill>
                <a:latin typeface="Crimson Pro Medium"/>
                <a:ea typeface="Crimson Pro Medium"/>
                <a:cs typeface="Crimson Pro Medium"/>
                <a:sym typeface="Crimson Pro Medium"/>
              </a:rPr>
              <a:t>Lower</a:t>
            </a:r>
            <a:endParaRPr b="0" i="0" sz="1800" u="none" cap="none" strike="noStrike">
              <a:solidFill>
                <a:schemeClr val="dk1"/>
              </a:solidFill>
              <a:latin typeface="Crimson Pro Medium"/>
              <a:ea typeface="Crimson Pro Medium"/>
              <a:cs typeface="Crimson Pro Medium"/>
              <a:sym typeface="Crimson Pro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p:nvPr/>
        </p:nvSpPr>
        <p:spPr>
          <a:xfrm>
            <a:off x="793790" y="1376005"/>
            <a:ext cx="1014829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72D45"/>
              </a:buClr>
              <a:buSzPts val="4450"/>
              <a:buFont typeface="Kanit Light"/>
              <a:buNone/>
            </a:pPr>
            <a:r>
              <a:rPr b="1" i="0" lang="en-US" sz="4450" u="none" cap="none" strike="noStrike">
                <a:solidFill>
                  <a:srgbClr val="272D45"/>
                </a:solidFill>
                <a:latin typeface="Crimson Pro"/>
                <a:ea typeface="Crimson Pro"/>
                <a:cs typeface="Crimson Pro"/>
                <a:sym typeface="Crimson Pro"/>
              </a:rPr>
              <a:t>Deployment of Machine Learning Models</a:t>
            </a:r>
            <a:endParaRPr b="1" i="0" sz="4450" u="none" cap="none" strike="noStrike">
              <a:solidFill>
                <a:schemeClr val="dk1"/>
              </a:solidFill>
              <a:latin typeface="Crimson Pro"/>
              <a:ea typeface="Crimson Pro"/>
              <a:cs typeface="Crimson Pro"/>
              <a:sym typeface="Crimson Pro"/>
            </a:endParaRPr>
          </a:p>
        </p:txBody>
      </p:sp>
      <p:sp>
        <p:nvSpPr>
          <p:cNvPr id="178" name="Google Shape;178;p10"/>
          <p:cNvSpPr/>
          <p:nvPr/>
        </p:nvSpPr>
        <p:spPr>
          <a:xfrm>
            <a:off x="793800" y="2424950"/>
            <a:ext cx="13042800" cy="1689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800" u="none" cap="none" strike="noStrike">
                <a:solidFill>
                  <a:srgbClr val="2C3249"/>
                </a:solidFill>
                <a:latin typeface="Crimson Pro Medium"/>
                <a:ea typeface="Crimson Pro Medium"/>
                <a:cs typeface="Crimson Pro Medium"/>
                <a:sym typeface="Crimson Pro Medium"/>
              </a:rPr>
              <a:t>Both Flask and FastAPI support the deployment of machine learning models, but they offer different approaches. Flask employs a traditional method with extensions, while FastAPI adopts a modern, type-safe approach. Consider performance, model complexity, and scalability needs when choosing. FastAPI's asynchronous capabilities make it an attractive option for complex, high-performance models.</a:t>
            </a:r>
            <a:endParaRPr b="0" i="0" sz="1800" u="none" cap="none" strike="noStrike">
              <a:solidFill>
                <a:srgbClr val="2C3249"/>
              </a:solidFill>
              <a:latin typeface="Crimson Pro Medium"/>
              <a:ea typeface="Crimson Pro Medium"/>
              <a:cs typeface="Crimson Pro Medium"/>
              <a:sym typeface="Crimson Pro Medium"/>
            </a:endParaRPr>
          </a:p>
          <a:p>
            <a:pPr indent="0" lvl="0" marL="0" marR="0" rtl="0" algn="l">
              <a:lnSpc>
                <a:spcPct val="162857"/>
              </a:lnSpc>
              <a:spcBef>
                <a:spcPts val="0"/>
              </a:spcBef>
              <a:spcAft>
                <a:spcPts val="0"/>
              </a:spcAft>
              <a:buClr>
                <a:srgbClr val="2C3249"/>
              </a:buClr>
              <a:buSzPts val="1750"/>
              <a:buFont typeface="Martel Sans"/>
              <a:buNone/>
            </a:pPr>
            <a:r>
              <a:t/>
            </a:r>
            <a:endParaRPr b="0" i="0" sz="1800" u="none" cap="none" strike="noStrike">
              <a:solidFill>
                <a:srgbClr val="2C3249"/>
              </a:solidFill>
              <a:latin typeface="Crimson Pro Medium"/>
              <a:ea typeface="Crimson Pro Medium"/>
              <a:cs typeface="Crimson Pro Medium"/>
              <a:sym typeface="Crimson Pro Medium"/>
            </a:endParaRPr>
          </a:p>
          <a:p>
            <a:pPr indent="0" lvl="0" marL="0" marR="0" rtl="0" algn="l">
              <a:lnSpc>
                <a:spcPct val="162857"/>
              </a:lnSpc>
              <a:spcBef>
                <a:spcPts val="0"/>
              </a:spcBef>
              <a:spcAft>
                <a:spcPts val="0"/>
              </a:spcAft>
              <a:buClr>
                <a:srgbClr val="2C3249"/>
              </a:buClr>
              <a:buSzPts val="1750"/>
              <a:buFont typeface="Martel Sans"/>
              <a:buNone/>
            </a:pPr>
            <a:r>
              <a:t/>
            </a:r>
            <a:endParaRPr b="0" i="0" sz="1800" u="none" cap="none" strike="noStrike">
              <a:solidFill>
                <a:srgbClr val="2C3249"/>
              </a:solidFill>
              <a:latin typeface="Crimson Pro Medium"/>
              <a:ea typeface="Crimson Pro Medium"/>
              <a:cs typeface="Crimson Pro Medium"/>
              <a:sym typeface="Crimson Pro Medium"/>
            </a:endParaRPr>
          </a:p>
          <a:p>
            <a:pPr indent="0" lvl="0" marL="0" marR="0" rtl="0" algn="l">
              <a:lnSpc>
                <a:spcPct val="162857"/>
              </a:lnSpc>
              <a:spcBef>
                <a:spcPts val="0"/>
              </a:spcBef>
              <a:spcAft>
                <a:spcPts val="0"/>
              </a:spcAft>
              <a:buClr>
                <a:srgbClr val="2C3249"/>
              </a:buClr>
              <a:buSzPts val="1750"/>
              <a:buFont typeface="Martel Sans"/>
              <a:buNone/>
            </a:pPr>
            <a:r>
              <a:t/>
            </a:r>
            <a:endParaRPr b="0" i="0" sz="1800" u="none" cap="none" strike="noStrike">
              <a:solidFill>
                <a:srgbClr val="2C3249"/>
              </a:solidFill>
              <a:latin typeface="Crimson Pro Medium"/>
              <a:ea typeface="Crimson Pro Medium"/>
              <a:cs typeface="Crimson Pro Medium"/>
              <a:sym typeface="Crimson Pro Medium"/>
            </a:endParaRPr>
          </a:p>
        </p:txBody>
      </p:sp>
      <p:pic>
        <p:nvPicPr>
          <p:cNvPr descr="preencoded.png" id="179" name="Google Shape;179;p10"/>
          <p:cNvPicPr preferRelativeResize="0"/>
          <p:nvPr/>
        </p:nvPicPr>
        <p:blipFill rotWithShape="1">
          <a:blip r:embed="rId3">
            <a:alphaModFix/>
          </a:blip>
          <a:srcRect b="0" l="0" r="0" t="0"/>
          <a:stretch/>
        </p:blipFill>
        <p:spPr>
          <a:xfrm>
            <a:off x="793790" y="4131707"/>
            <a:ext cx="1134070" cy="1360884"/>
          </a:xfrm>
          <a:prstGeom prst="rect">
            <a:avLst/>
          </a:prstGeom>
          <a:noFill/>
          <a:ln>
            <a:noFill/>
          </a:ln>
        </p:spPr>
      </p:pic>
      <p:sp>
        <p:nvSpPr>
          <p:cNvPr id="180" name="Google Shape;180;p10"/>
          <p:cNvSpPr/>
          <p:nvPr/>
        </p:nvSpPr>
        <p:spPr>
          <a:xfrm>
            <a:off x="2268022" y="435852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Flask</a:t>
            </a:r>
            <a:endParaRPr b="0" i="0" sz="2200" u="none" cap="none" strike="noStrike">
              <a:solidFill>
                <a:schemeClr val="dk1"/>
              </a:solidFill>
              <a:latin typeface="Calibri"/>
              <a:ea typeface="Calibri"/>
              <a:cs typeface="Calibri"/>
              <a:sym typeface="Calibri"/>
            </a:endParaRPr>
          </a:p>
        </p:txBody>
      </p:sp>
      <p:sp>
        <p:nvSpPr>
          <p:cNvPr id="181" name="Google Shape;181;p10"/>
          <p:cNvSpPr/>
          <p:nvPr/>
        </p:nvSpPr>
        <p:spPr>
          <a:xfrm>
            <a:off x="2268022" y="4848939"/>
            <a:ext cx="11568589"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Traditional extensions</a:t>
            </a:r>
            <a:endParaRPr b="0" i="0" sz="1750" u="none" cap="none" strike="noStrike">
              <a:solidFill>
                <a:schemeClr val="dk1"/>
              </a:solidFill>
              <a:latin typeface="Calibri"/>
              <a:ea typeface="Calibri"/>
              <a:cs typeface="Calibri"/>
              <a:sym typeface="Calibri"/>
            </a:endParaRPr>
          </a:p>
        </p:txBody>
      </p:sp>
      <p:pic>
        <p:nvPicPr>
          <p:cNvPr descr="preencoded.png" id="182" name="Google Shape;182;p10"/>
          <p:cNvPicPr preferRelativeResize="0"/>
          <p:nvPr/>
        </p:nvPicPr>
        <p:blipFill rotWithShape="1">
          <a:blip r:embed="rId4">
            <a:alphaModFix/>
          </a:blip>
          <a:srcRect b="0" l="0" r="0" t="0"/>
          <a:stretch/>
        </p:blipFill>
        <p:spPr>
          <a:xfrm>
            <a:off x="793790" y="5492591"/>
            <a:ext cx="1134070" cy="1360884"/>
          </a:xfrm>
          <a:prstGeom prst="rect">
            <a:avLst/>
          </a:prstGeom>
          <a:noFill/>
          <a:ln>
            <a:noFill/>
          </a:ln>
        </p:spPr>
      </p:pic>
      <p:sp>
        <p:nvSpPr>
          <p:cNvPr id="183" name="Google Shape;183;p10"/>
          <p:cNvSpPr/>
          <p:nvPr/>
        </p:nvSpPr>
        <p:spPr>
          <a:xfrm>
            <a:off x="2268022" y="571940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FastAPI</a:t>
            </a:r>
            <a:endParaRPr b="0" i="0" sz="2200" u="none" cap="none" strike="noStrike">
              <a:solidFill>
                <a:schemeClr val="dk1"/>
              </a:solidFill>
              <a:latin typeface="Calibri"/>
              <a:ea typeface="Calibri"/>
              <a:cs typeface="Calibri"/>
              <a:sym typeface="Calibri"/>
            </a:endParaRPr>
          </a:p>
        </p:txBody>
      </p:sp>
      <p:sp>
        <p:nvSpPr>
          <p:cNvPr id="184" name="Google Shape;184;p10"/>
          <p:cNvSpPr/>
          <p:nvPr/>
        </p:nvSpPr>
        <p:spPr>
          <a:xfrm>
            <a:off x="2268022" y="6209824"/>
            <a:ext cx="11568589"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Modern, type-safe</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p:nvPr/>
        </p:nvSpPr>
        <p:spPr>
          <a:xfrm>
            <a:off x="793800" y="1184775"/>
            <a:ext cx="72729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72D45"/>
              </a:buClr>
              <a:buSzPts val="4450"/>
              <a:buFont typeface="Kanit Light"/>
              <a:buNone/>
            </a:pPr>
            <a:r>
              <a:rPr b="1" i="0" lang="en-US" sz="4450" u="none" cap="none" strike="noStrike">
                <a:solidFill>
                  <a:srgbClr val="272D45"/>
                </a:solidFill>
                <a:latin typeface="Crimson Pro"/>
                <a:ea typeface="Crimson Pro"/>
                <a:cs typeface="Crimson Pro"/>
                <a:sym typeface="Crimson Pro"/>
              </a:rPr>
              <a:t>When to Use Flask vs. FastAPI</a:t>
            </a:r>
            <a:endParaRPr b="1" i="0" sz="4450" u="none" cap="none" strike="noStrike">
              <a:solidFill>
                <a:schemeClr val="dk1"/>
              </a:solidFill>
              <a:latin typeface="Crimson Pro"/>
              <a:ea typeface="Crimson Pro"/>
              <a:cs typeface="Crimson Pro"/>
              <a:sym typeface="Crimson Pro"/>
            </a:endParaRPr>
          </a:p>
        </p:txBody>
      </p:sp>
      <p:sp>
        <p:nvSpPr>
          <p:cNvPr id="191" name="Google Shape;191;p11"/>
          <p:cNvSpPr/>
          <p:nvPr/>
        </p:nvSpPr>
        <p:spPr>
          <a:xfrm>
            <a:off x="793790" y="2666223"/>
            <a:ext cx="130428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850" u="none" cap="none" strike="noStrike">
                <a:solidFill>
                  <a:srgbClr val="2C3249"/>
                </a:solidFill>
                <a:latin typeface="Crimson Pro Medium"/>
                <a:ea typeface="Crimson Pro Medium"/>
                <a:cs typeface="Crimson Pro Medium"/>
                <a:sym typeface="Crimson Pro Medium"/>
              </a:rPr>
              <a:t>Flask is suitable for simple web applications, smaller projects, and when leveraging its established ecosystem is crucial. FastAPI shines in high-performance APIs, microservices, real-time applications, and machine learning model deployment, offering efficiency and speed for complex tasks.</a:t>
            </a:r>
            <a:endParaRPr b="0" i="0" sz="1850" u="none" cap="none" strike="noStrike">
              <a:solidFill>
                <a:schemeClr val="dk1"/>
              </a:solidFill>
              <a:latin typeface="Crimson Pro Medium"/>
              <a:ea typeface="Crimson Pro Medium"/>
              <a:cs typeface="Crimson Pro Medium"/>
              <a:sym typeface="Crimson Pro Medium"/>
            </a:endParaRPr>
          </a:p>
        </p:txBody>
      </p:sp>
      <p:sp>
        <p:nvSpPr>
          <p:cNvPr id="192" name="Google Shape;192;p11"/>
          <p:cNvSpPr/>
          <p:nvPr/>
        </p:nvSpPr>
        <p:spPr>
          <a:xfrm>
            <a:off x="793790" y="452747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D45"/>
              </a:buClr>
              <a:buSzPts val="2200"/>
              <a:buFont typeface="Kanit Light"/>
              <a:buNone/>
            </a:pPr>
            <a:r>
              <a:rPr b="0" i="0" lang="en-US" sz="1800" u="none" cap="none" strike="noStrike">
                <a:solidFill>
                  <a:srgbClr val="272D45"/>
                </a:solidFill>
                <a:latin typeface="Crimson Pro Medium"/>
                <a:ea typeface="Crimson Pro Medium"/>
                <a:cs typeface="Crimson Pro Medium"/>
                <a:sym typeface="Crimson Pro Medium"/>
              </a:rPr>
              <a:t>Flask</a:t>
            </a:r>
            <a:endParaRPr b="0" i="0" sz="1800" u="none" cap="none" strike="noStrike">
              <a:solidFill>
                <a:schemeClr val="dk1"/>
              </a:solidFill>
              <a:latin typeface="Crimson Pro Medium"/>
              <a:ea typeface="Crimson Pro Medium"/>
              <a:cs typeface="Crimson Pro Medium"/>
              <a:sym typeface="Crimson Pro Medium"/>
            </a:endParaRPr>
          </a:p>
        </p:txBody>
      </p:sp>
      <p:sp>
        <p:nvSpPr>
          <p:cNvPr id="193" name="Google Shape;193;p11"/>
          <p:cNvSpPr/>
          <p:nvPr/>
        </p:nvSpPr>
        <p:spPr>
          <a:xfrm>
            <a:off x="793790" y="5108615"/>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800"/>
              <a:buFont typeface="Crimson Pro Medium"/>
              <a:buChar char="•"/>
            </a:pPr>
            <a:r>
              <a:rPr b="0" i="0" lang="en-US" sz="1800" u="none" cap="none" strike="noStrike">
                <a:solidFill>
                  <a:srgbClr val="2C3249"/>
                </a:solidFill>
                <a:latin typeface="Crimson Pro Medium"/>
                <a:ea typeface="Crimson Pro Medium"/>
                <a:cs typeface="Crimson Pro Medium"/>
                <a:sym typeface="Crimson Pro Medium"/>
              </a:rPr>
              <a:t>Simple Apps</a:t>
            </a:r>
            <a:endParaRPr b="0" i="0" sz="1800" u="none" cap="none" strike="noStrike">
              <a:solidFill>
                <a:schemeClr val="dk1"/>
              </a:solidFill>
              <a:latin typeface="Crimson Pro Medium"/>
              <a:ea typeface="Crimson Pro Medium"/>
              <a:cs typeface="Crimson Pro Medium"/>
              <a:sym typeface="Crimson Pro Medium"/>
            </a:endParaRPr>
          </a:p>
        </p:txBody>
      </p:sp>
      <p:sp>
        <p:nvSpPr>
          <p:cNvPr id="194" name="Google Shape;194;p11"/>
          <p:cNvSpPr/>
          <p:nvPr/>
        </p:nvSpPr>
        <p:spPr>
          <a:xfrm>
            <a:off x="793790" y="5550813"/>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800"/>
              <a:buFont typeface="Crimson Pro Medium"/>
              <a:buChar char="•"/>
            </a:pPr>
            <a:r>
              <a:rPr b="0" i="0" lang="en-US" sz="1800" u="none" cap="none" strike="noStrike">
                <a:solidFill>
                  <a:srgbClr val="2C3249"/>
                </a:solidFill>
                <a:latin typeface="Crimson Pro Medium"/>
                <a:ea typeface="Crimson Pro Medium"/>
                <a:cs typeface="Crimson Pro Medium"/>
                <a:sym typeface="Crimson Pro Medium"/>
              </a:rPr>
              <a:t>Small Projects</a:t>
            </a:r>
            <a:endParaRPr b="0" i="0" sz="1800" u="none" cap="none" strike="noStrike">
              <a:solidFill>
                <a:schemeClr val="dk1"/>
              </a:solidFill>
              <a:latin typeface="Crimson Pro Medium"/>
              <a:ea typeface="Crimson Pro Medium"/>
              <a:cs typeface="Crimson Pro Medium"/>
              <a:sym typeface="Crimson Pro Medium"/>
            </a:endParaRPr>
          </a:p>
        </p:txBody>
      </p:sp>
      <p:sp>
        <p:nvSpPr>
          <p:cNvPr id="195" name="Google Shape;195;p11"/>
          <p:cNvSpPr/>
          <p:nvPr/>
        </p:nvSpPr>
        <p:spPr>
          <a:xfrm>
            <a:off x="793790" y="5993011"/>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800"/>
              <a:buFont typeface="Crimson Pro Medium"/>
              <a:buChar char="•"/>
            </a:pPr>
            <a:r>
              <a:rPr b="0" i="0" lang="en-US" sz="1800" u="none" cap="none" strike="noStrike">
                <a:solidFill>
                  <a:srgbClr val="2C3249"/>
                </a:solidFill>
                <a:latin typeface="Crimson Pro Medium"/>
                <a:ea typeface="Crimson Pro Medium"/>
                <a:cs typeface="Crimson Pro Medium"/>
                <a:sym typeface="Crimson Pro Medium"/>
              </a:rPr>
              <a:t>Ecosystem</a:t>
            </a:r>
            <a:endParaRPr b="0" i="0" sz="1800" u="none" cap="none" strike="noStrike">
              <a:solidFill>
                <a:schemeClr val="dk1"/>
              </a:solidFill>
              <a:latin typeface="Crimson Pro Medium"/>
              <a:ea typeface="Crimson Pro Medium"/>
              <a:cs typeface="Crimson Pro Medium"/>
              <a:sym typeface="Crimson Pro Medium"/>
            </a:endParaRPr>
          </a:p>
        </p:txBody>
      </p:sp>
      <p:sp>
        <p:nvSpPr>
          <p:cNvPr id="196" name="Google Shape;196;p11"/>
          <p:cNvSpPr/>
          <p:nvPr/>
        </p:nvSpPr>
        <p:spPr>
          <a:xfrm>
            <a:off x="7599521" y="452747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D45"/>
              </a:buClr>
              <a:buSzPts val="2200"/>
              <a:buFont typeface="Kanit Light"/>
              <a:buNone/>
            </a:pPr>
            <a:r>
              <a:rPr b="0" i="0" lang="en-US" sz="1800" u="none" cap="none" strike="noStrike">
                <a:solidFill>
                  <a:srgbClr val="272D45"/>
                </a:solidFill>
                <a:latin typeface="Crimson Pro Medium"/>
                <a:ea typeface="Crimson Pro Medium"/>
                <a:cs typeface="Crimson Pro Medium"/>
                <a:sym typeface="Crimson Pro Medium"/>
              </a:rPr>
              <a:t>FastAPI</a:t>
            </a:r>
            <a:endParaRPr b="0" i="0" sz="1800" u="none" cap="none" strike="noStrike">
              <a:solidFill>
                <a:schemeClr val="dk1"/>
              </a:solidFill>
              <a:latin typeface="Crimson Pro Medium"/>
              <a:ea typeface="Crimson Pro Medium"/>
              <a:cs typeface="Crimson Pro Medium"/>
              <a:sym typeface="Crimson Pro Medium"/>
            </a:endParaRPr>
          </a:p>
        </p:txBody>
      </p:sp>
      <p:sp>
        <p:nvSpPr>
          <p:cNvPr id="197" name="Google Shape;197;p11"/>
          <p:cNvSpPr/>
          <p:nvPr/>
        </p:nvSpPr>
        <p:spPr>
          <a:xfrm>
            <a:off x="7599521" y="5108615"/>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800"/>
              <a:buFont typeface="Crimson Pro Medium"/>
              <a:buChar char="•"/>
            </a:pPr>
            <a:r>
              <a:rPr b="0" i="0" lang="en-US" sz="1800" u="none" cap="none" strike="noStrike">
                <a:solidFill>
                  <a:srgbClr val="2C3249"/>
                </a:solidFill>
                <a:latin typeface="Crimson Pro Medium"/>
                <a:ea typeface="Crimson Pro Medium"/>
                <a:cs typeface="Crimson Pro Medium"/>
                <a:sym typeface="Crimson Pro Medium"/>
              </a:rPr>
              <a:t>High-Performance APIs</a:t>
            </a:r>
            <a:endParaRPr b="0" i="0" sz="1800" u="none" cap="none" strike="noStrike">
              <a:solidFill>
                <a:schemeClr val="dk1"/>
              </a:solidFill>
              <a:latin typeface="Crimson Pro Medium"/>
              <a:ea typeface="Crimson Pro Medium"/>
              <a:cs typeface="Crimson Pro Medium"/>
              <a:sym typeface="Crimson Pro Medium"/>
            </a:endParaRPr>
          </a:p>
        </p:txBody>
      </p:sp>
      <p:sp>
        <p:nvSpPr>
          <p:cNvPr id="198" name="Google Shape;198;p11"/>
          <p:cNvSpPr/>
          <p:nvPr/>
        </p:nvSpPr>
        <p:spPr>
          <a:xfrm>
            <a:off x="7599521" y="5550813"/>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800"/>
              <a:buFont typeface="Crimson Pro Medium"/>
              <a:buChar char="•"/>
            </a:pPr>
            <a:r>
              <a:rPr b="0" i="0" lang="en-US" sz="1800" u="none" cap="none" strike="noStrike">
                <a:solidFill>
                  <a:srgbClr val="2C3249"/>
                </a:solidFill>
                <a:latin typeface="Crimson Pro Medium"/>
                <a:ea typeface="Crimson Pro Medium"/>
                <a:cs typeface="Crimson Pro Medium"/>
                <a:sym typeface="Crimson Pro Medium"/>
              </a:rPr>
              <a:t>Microservices</a:t>
            </a:r>
            <a:endParaRPr b="0" i="0" sz="1800" u="none" cap="none" strike="noStrike">
              <a:solidFill>
                <a:schemeClr val="dk1"/>
              </a:solidFill>
              <a:latin typeface="Crimson Pro Medium"/>
              <a:ea typeface="Crimson Pro Medium"/>
              <a:cs typeface="Crimson Pro Medium"/>
              <a:sym typeface="Crimson Pro Medium"/>
            </a:endParaRPr>
          </a:p>
        </p:txBody>
      </p:sp>
      <p:sp>
        <p:nvSpPr>
          <p:cNvPr id="199" name="Google Shape;199;p11"/>
          <p:cNvSpPr/>
          <p:nvPr/>
        </p:nvSpPr>
        <p:spPr>
          <a:xfrm>
            <a:off x="7599521" y="5993011"/>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800"/>
              <a:buFont typeface="Crimson Pro Medium"/>
              <a:buChar char="•"/>
            </a:pPr>
            <a:r>
              <a:rPr b="0" i="0" lang="en-US" sz="1800" u="none" cap="none" strike="noStrike">
                <a:solidFill>
                  <a:srgbClr val="2C3249"/>
                </a:solidFill>
                <a:latin typeface="Crimson Pro Medium"/>
                <a:ea typeface="Crimson Pro Medium"/>
                <a:cs typeface="Crimson Pro Medium"/>
                <a:sym typeface="Crimson Pro Medium"/>
              </a:rPr>
              <a:t>ML Deployment</a:t>
            </a:r>
            <a:endParaRPr b="0" i="0" sz="1800" u="none" cap="none" strike="noStrike">
              <a:solidFill>
                <a:schemeClr val="dk1"/>
              </a:solidFill>
              <a:latin typeface="Crimson Pro Medium"/>
              <a:ea typeface="Crimson Pro Medium"/>
              <a:cs typeface="Crimson Pro Medium"/>
              <a:sym typeface="Crimson Pro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2"/>
          <p:cNvSpPr/>
          <p:nvPr/>
        </p:nvSpPr>
        <p:spPr>
          <a:xfrm>
            <a:off x="752713" y="591383"/>
            <a:ext cx="10001488" cy="67210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D45"/>
              </a:buClr>
              <a:buSzPts val="4200"/>
              <a:buFont typeface="Kanit Light"/>
              <a:buNone/>
            </a:pPr>
            <a:r>
              <a:rPr b="1" i="0" lang="en-US" sz="4200" u="none" cap="none" strike="noStrike">
                <a:solidFill>
                  <a:srgbClr val="272D45"/>
                </a:solidFill>
                <a:latin typeface="Crimson Pro"/>
                <a:ea typeface="Crimson Pro"/>
                <a:cs typeface="Crimson Pro"/>
                <a:sym typeface="Crimson Pro"/>
              </a:rPr>
              <a:t>Conclusion: Choosing the Right Framework</a:t>
            </a:r>
            <a:endParaRPr b="1" i="0" sz="4200" u="none" cap="none" strike="noStrike">
              <a:solidFill>
                <a:schemeClr val="dk1"/>
              </a:solidFill>
              <a:latin typeface="Crimson Pro"/>
              <a:ea typeface="Crimson Pro"/>
              <a:cs typeface="Crimson Pro"/>
              <a:sym typeface="Crimson Pro"/>
            </a:endParaRPr>
          </a:p>
        </p:txBody>
      </p:sp>
      <p:sp>
        <p:nvSpPr>
          <p:cNvPr id="206" name="Google Shape;206;p12"/>
          <p:cNvSpPr/>
          <p:nvPr/>
        </p:nvSpPr>
        <p:spPr>
          <a:xfrm>
            <a:off x="752713" y="1693545"/>
            <a:ext cx="13124974" cy="1375886"/>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C3249"/>
              </a:buClr>
              <a:buSzPts val="1650"/>
              <a:buFont typeface="Martel Sans"/>
              <a:buNone/>
            </a:pPr>
            <a:r>
              <a:rPr b="0" i="0" lang="en-US" sz="1850" u="none" cap="none" strike="noStrike">
                <a:solidFill>
                  <a:srgbClr val="2C3249"/>
                </a:solidFill>
                <a:latin typeface="Crimson Pro Medium"/>
                <a:ea typeface="Crimson Pro Medium"/>
                <a:cs typeface="Crimson Pro Medium"/>
                <a:sym typeface="Crimson Pro Medium"/>
              </a:rPr>
              <a:t>There is no one-size-fits-all solution when selecting a web framework. Carefully evaluate project requirements, considering performance, complexity, and future scalability. Both Flask and FastAPI are powerful tools for ML model deployment, each with unique strengths. Understanding these strengths allows developers to make informed decisions aligned with specific project goals.</a:t>
            </a:r>
            <a:endParaRPr b="0" i="0" sz="1850" u="none" cap="none" strike="noStrike">
              <a:solidFill>
                <a:schemeClr val="dk1"/>
              </a:solidFill>
              <a:latin typeface="Crimson Pro Medium"/>
              <a:ea typeface="Crimson Pro Medium"/>
              <a:cs typeface="Crimson Pro Medium"/>
              <a:sym typeface="Crimson Pro Medium"/>
            </a:endParaRPr>
          </a:p>
        </p:txBody>
      </p:sp>
      <p:sp>
        <p:nvSpPr>
          <p:cNvPr id="207" name="Google Shape;207;p12"/>
          <p:cNvSpPr/>
          <p:nvPr/>
        </p:nvSpPr>
        <p:spPr>
          <a:xfrm>
            <a:off x="1899880" y="5440204"/>
            <a:ext cx="2688431" cy="335994"/>
          </a:xfrm>
          <a:prstGeom prst="rect">
            <a:avLst/>
          </a:prstGeom>
          <a:noFill/>
          <a:ln>
            <a:noFill/>
          </a:ln>
        </p:spPr>
        <p:txBody>
          <a:bodyPr anchorCtr="0" anchor="t" bIns="0" lIns="0" spcFirstLastPara="1" rIns="0" wrap="square" tIns="0">
            <a:noAutofit/>
          </a:bodyPr>
          <a:lstStyle/>
          <a:p>
            <a:pPr indent="0" lvl="0" marL="0" marR="0" rtl="0" algn="r">
              <a:lnSpc>
                <a:spcPct val="123809"/>
              </a:lnSpc>
              <a:spcBef>
                <a:spcPts val="0"/>
              </a:spcBef>
              <a:spcAft>
                <a:spcPts val="0"/>
              </a:spcAft>
              <a:buClr>
                <a:srgbClr val="2C3249"/>
              </a:buClr>
              <a:buSzPts val="2100"/>
              <a:buFont typeface="Kanit Light"/>
              <a:buNone/>
            </a:pPr>
            <a:r>
              <a:rPr b="0" i="0" lang="en-US" sz="2100" u="none" cap="none" strike="noStrike">
                <a:solidFill>
                  <a:srgbClr val="2C3249"/>
                </a:solidFill>
                <a:latin typeface="Kanit Light"/>
                <a:ea typeface="Kanit Light"/>
                <a:cs typeface="Kanit Light"/>
                <a:sym typeface="Kanit Light"/>
              </a:rPr>
              <a:t>Evaluate Needs</a:t>
            </a:r>
            <a:endParaRPr b="0" i="0" sz="2100" u="none" cap="none" strike="noStrike">
              <a:solidFill>
                <a:schemeClr val="dk1"/>
              </a:solidFill>
              <a:latin typeface="Calibri"/>
              <a:ea typeface="Calibri"/>
              <a:cs typeface="Calibri"/>
              <a:sym typeface="Calibri"/>
            </a:endParaRPr>
          </a:p>
        </p:txBody>
      </p:sp>
      <p:pic>
        <p:nvPicPr>
          <p:cNvPr descr="preencoded.png" id="208" name="Google Shape;208;p12"/>
          <p:cNvPicPr preferRelativeResize="0"/>
          <p:nvPr/>
        </p:nvPicPr>
        <p:blipFill rotWithShape="1">
          <a:blip r:embed="rId3">
            <a:alphaModFix/>
          </a:blip>
          <a:srcRect b="0" l="0" r="0" t="0"/>
          <a:stretch/>
        </p:blipFill>
        <p:spPr>
          <a:xfrm>
            <a:off x="5018365" y="3311366"/>
            <a:ext cx="4593669" cy="4593669"/>
          </a:xfrm>
          <a:prstGeom prst="rect">
            <a:avLst/>
          </a:prstGeom>
          <a:noFill/>
          <a:ln>
            <a:noFill/>
          </a:ln>
        </p:spPr>
      </p:pic>
      <p:sp>
        <p:nvSpPr>
          <p:cNvPr id="209" name="Google Shape;209;p12"/>
          <p:cNvSpPr/>
          <p:nvPr/>
        </p:nvSpPr>
        <p:spPr>
          <a:xfrm>
            <a:off x="5981105" y="5419130"/>
            <a:ext cx="302419" cy="378023"/>
          </a:xfrm>
          <a:prstGeom prst="rect">
            <a:avLst/>
          </a:prstGeom>
          <a:noFill/>
          <a:ln>
            <a:noFill/>
          </a:ln>
        </p:spPr>
        <p:txBody>
          <a:bodyPr anchorCtr="0" anchor="t" bIns="0" lIns="0" spcFirstLastPara="1" rIns="0" wrap="square" tIns="0">
            <a:noAutofit/>
          </a:bodyPr>
          <a:lstStyle/>
          <a:p>
            <a:pPr indent="0" lvl="0" marL="0" marR="0" rtl="0" algn="l">
              <a:lnSpc>
                <a:spcPct val="161702"/>
              </a:lnSpc>
              <a:spcBef>
                <a:spcPts val="0"/>
              </a:spcBef>
              <a:spcAft>
                <a:spcPts val="0"/>
              </a:spcAft>
              <a:buClr>
                <a:srgbClr val="2C3249"/>
              </a:buClr>
              <a:buSzPts val="2350"/>
              <a:buFont typeface="Kanit Light"/>
              <a:buNone/>
            </a:pPr>
            <a:r>
              <a:rPr b="0" i="0" lang="en-US" sz="2350" u="none" cap="none" strike="noStrike">
                <a:solidFill>
                  <a:srgbClr val="2C3249"/>
                </a:solidFill>
                <a:latin typeface="Kanit Light"/>
                <a:ea typeface="Kanit Light"/>
                <a:cs typeface="Kanit Light"/>
                <a:sym typeface="Kanit Light"/>
              </a:rPr>
              <a:t>1</a:t>
            </a:r>
            <a:endParaRPr b="0" i="0" sz="2350" u="none" cap="none" strike="noStrike">
              <a:solidFill>
                <a:schemeClr val="dk1"/>
              </a:solidFill>
              <a:latin typeface="Calibri"/>
              <a:ea typeface="Calibri"/>
              <a:cs typeface="Calibri"/>
              <a:sym typeface="Calibri"/>
            </a:endParaRPr>
          </a:p>
        </p:txBody>
      </p:sp>
      <p:sp>
        <p:nvSpPr>
          <p:cNvPr id="210" name="Google Shape;210;p12"/>
          <p:cNvSpPr/>
          <p:nvPr/>
        </p:nvSpPr>
        <p:spPr>
          <a:xfrm>
            <a:off x="9612035" y="4211122"/>
            <a:ext cx="2688431" cy="335994"/>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C3249"/>
              </a:buClr>
              <a:buSzPts val="2100"/>
              <a:buFont typeface="Kanit Light"/>
              <a:buNone/>
            </a:pPr>
            <a:r>
              <a:rPr b="0" i="0" lang="en-US" sz="2100" u="none" cap="none" strike="noStrike">
                <a:solidFill>
                  <a:srgbClr val="2C3249"/>
                </a:solidFill>
                <a:latin typeface="Kanit Light"/>
                <a:ea typeface="Kanit Light"/>
                <a:cs typeface="Kanit Light"/>
                <a:sym typeface="Kanit Light"/>
              </a:rPr>
              <a:t>Consider Scale</a:t>
            </a:r>
            <a:endParaRPr b="0" i="0" sz="2100" u="none" cap="none" strike="noStrike">
              <a:solidFill>
                <a:schemeClr val="dk1"/>
              </a:solidFill>
              <a:latin typeface="Calibri"/>
              <a:ea typeface="Calibri"/>
              <a:cs typeface="Calibri"/>
              <a:sym typeface="Calibri"/>
            </a:endParaRPr>
          </a:p>
        </p:txBody>
      </p:sp>
      <p:pic>
        <p:nvPicPr>
          <p:cNvPr descr="preencoded.png" id="211" name="Google Shape;211;p12"/>
          <p:cNvPicPr preferRelativeResize="0"/>
          <p:nvPr/>
        </p:nvPicPr>
        <p:blipFill rotWithShape="1">
          <a:blip r:embed="rId4">
            <a:alphaModFix/>
          </a:blip>
          <a:srcRect b="0" l="0" r="0" t="0"/>
          <a:stretch/>
        </p:blipFill>
        <p:spPr>
          <a:xfrm>
            <a:off x="5018365" y="3311366"/>
            <a:ext cx="4593669" cy="4593669"/>
          </a:xfrm>
          <a:prstGeom prst="rect">
            <a:avLst/>
          </a:prstGeom>
          <a:noFill/>
          <a:ln>
            <a:noFill/>
          </a:ln>
        </p:spPr>
      </p:pic>
      <p:sp>
        <p:nvSpPr>
          <p:cNvPr id="212" name="Google Shape;212;p12"/>
          <p:cNvSpPr/>
          <p:nvPr/>
        </p:nvSpPr>
        <p:spPr>
          <a:xfrm>
            <a:off x="7755374" y="4394716"/>
            <a:ext cx="302419" cy="378023"/>
          </a:xfrm>
          <a:prstGeom prst="rect">
            <a:avLst/>
          </a:prstGeom>
          <a:noFill/>
          <a:ln>
            <a:noFill/>
          </a:ln>
        </p:spPr>
        <p:txBody>
          <a:bodyPr anchorCtr="0" anchor="t" bIns="0" lIns="0" spcFirstLastPara="1" rIns="0" wrap="square" tIns="0">
            <a:noAutofit/>
          </a:bodyPr>
          <a:lstStyle/>
          <a:p>
            <a:pPr indent="0" lvl="0" marL="0" marR="0" rtl="0" algn="l">
              <a:lnSpc>
                <a:spcPct val="161702"/>
              </a:lnSpc>
              <a:spcBef>
                <a:spcPts val="0"/>
              </a:spcBef>
              <a:spcAft>
                <a:spcPts val="0"/>
              </a:spcAft>
              <a:buClr>
                <a:srgbClr val="2C3249"/>
              </a:buClr>
              <a:buSzPts val="2350"/>
              <a:buFont typeface="Kanit Light"/>
              <a:buNone/>
            </a:pPr>
            <a:r>
              <a:rPr b="0" i="0" lang="en-US" sz="2350" u="none" cap="none" strike="noStrike">
                <a:solidFill>
                  <a:srgbClr val="2C3249"/>
                </a:solidFill>
                <a:latin typeface="Kanit Light"/>
                <a:ea typeface="Kanit Light"/>
                <a:cs typeface="Kanit Light"/>
                <a:sym typeface="Kanit Light"/>
              </a:rPr>
              <a:t>2</a:t>
            </a:r>
            <a:endParaRPr b="0" i="0" sz="2350" u="none" cap="none" strike="noStrike">
              <a:solidFill>
                <a:schemeClr val="dk1"/>
              </a:solidFill>
              <a:latin typeface="Calibri"/>
              <a:ea typeface="Calibri"/>
              <a:cs typeface="Calibri"/>
              <a:sym typeface="Calibri"/>
            </a:endParaRPr>
          </a:p>
        </p:txBody>
      </p:sp>
      <p:sp>
        <p:nvSpPr>
          <p:cNvPr id="213" name="Google Shape;213;p12"/>
          <p:cNvSpPr/>
          <p:nvPr/>
        </p:nvSpPr>
        <p:spPr>
          <a:xfrm>
            <a:off x="9612035" y="6669167"/>
            <a:ext cx="2688431" cy="335994"/>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C3249"/>
              </a:buClr>
              <a:buSzPts val="2100"/>
              <a:buFont typeface="Kanit Light"/>
              <a:buNone/>
            </a:pPr>
            <a:r>
              <a:rPr b="0" i="0" lang="en-US" sz="2100" u="none" cap="none" strike="noStrike">
                <a:solidFill>
                  <a:srgbClr val="2C3249"/>
                </a:solidFill>
                <a:latin typeface="Kanit Light"/>
                <a:ea typeface="Kanit Light"/>
                <a:cs typeface="Kanit Light"/>
                <a:sym typeface="Kanit Light"/>
              </a:rPr>
              <a:t>Choose Wisely</a:t>
            </a:r>
            <a:endParaRPr b="0" i="0" sz="2100" u="none" cap="none" strike="noStrike">
              <a:solidFill>
                <a:schemeClr val="dk1"/>
              </a:solidFill>
              <a:latin typeface="Calibri"/>
              <a:ea typeface="Calibri"/>
              <a:cs typeface="Calibri"/>
              <a:sym typeface="Calibri"/>
            </a:endParaRPr>
          </a:p>
        </p:txBody>
      </p:sp>
      <p:pic>
        <p:nvPicPr>
          <p:cNvPr descr="preencoded.png" id="214" name="Google Shape;214;p12"/>
          <p:cNvPicPr preferRelativeResize="0"/>
          <p:nvPr/>
        </p:nvPicPr>
        <p:blipFill rotWithShape="1">
          <a:blip r:embed="rId5">
            <a:alphaModFix/>
          </a:blip>
          <a:srcRect b="0" l="0" r="0" t="0"/>
          <a:stretch/>
        </p:blipFill>
        <p:spPr>
          <a:xfrm>
            <a:off x="5018365" y="3311366"/>
            <a:ext cx="4593669" cy="4593669"/>
          </a:xfrm>
          <a:prstGeom prst="rect">
            <a:avLst/>
          </a:prstGeom>
          <a:noFill/>
          <a:ln>
            <a:noFill/>
          </a:ln>
        </p:spPr>
      </p:pic>
      <p:sp>
        <p:nvSpPr>
          <p:cNvPr id="215" name="Google Shape;215;p12"/>
          <p:cNvSpPr/>
          <p:nvPr/>
        </p:nvSpPr>
        <p:spPr>
          <a:xfrm>
            <a:off x="7755374" y="6443424"/>
            <a:ext cx="302419" cy="378023"/>
          </a:xfrm>
          <a:prstGeom prst="rect">
            <a:avLst/>
          </a:prstGeom>
          <a:noFill/>
          <a:ln>
            <a:noFill/>
          </a:ln>
        </p:spPr>
        <p:txBody>
          <a:bodyPr anchorCtr="0" anchor="t" bIns="0" lIns="0" spcFirstLastPara="1" rIns="0" wrap="square" tIns="0">
            <a:noAutofit/>
          </a:bodyPr>
          <a:lstStyle/>
          <a:p>
            <a:pPr indent="0" lvl="0" marL="0" marR="0" rtl="0" algn="l">
              <a:lnSpc>
                <a:spcPct val="161702"/>
              </a:lnSpc>
              <a:spcBef>
                <a:spcPts val="0"/>
              </a:spcBef>
              <a:spcAft>
                <a:spcPts val="0"/>
              </a:spcAft>
              <a:buClr>
                <a:srgbClr val="2C3249"/>
              </a:buClr>
              <a:buSzPts val="2350"/>
              <a:buFont typeface="Kanit Light"/>
              <a:buNone/>
            </a:pPr>
            <a:r>
              <a:rPr b="0" i="0" lang="en-US" sz="2350" u="none" cap="none" strike="noStrike">
                <a:solidFill>
                  <a:srgbClr val="2C3249"/>
                </a:solidFill>
                <a:latin typeface="Kanit Light"/>
                <a:ea typeface="Kanit Light"/>
                <a:cs typeface="Kanit Light"/>
                <a:sym typeface="Kanit Light"/>
              </a:rPr>
              <a:t>3</a:t>
            </a:r>
            <a:endParaRPr b="0" i="0" sz="23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