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ab79ad0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ab79ad0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ab79ad0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ab79ad0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ab79ad0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ab79ad0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ab79ad0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ab79ad0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ab79ad0f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ab79ad0f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ab79ad0f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ab79ad0f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ab79ad0f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ab79ad0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ab79ad0f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ab79ad0f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ab79ad0f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ab79ad0f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ab79ad0f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ab79ad0f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Pipelines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to Retrieval-Augmented Generation (RAG)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Components of RAG Pipelines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Processing: Chunking &amp; Embedding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QA System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Retrieval-Augmented Generation (RAG)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Retrieval-Augmented Generation is an approach where LLMs are augmented with a retrieval system to fetch external, relevant data before generating responses.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Motivation: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Enhances answer accuracy and reduces hallucinations.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Combines strengths of both retrieval methods and generative models.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Architecture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Two Main Components: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Retrieval Module: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Uses vector stores to fetch relevant documents based on query embeddings.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Generation Module: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An LLM (e.g., GPT-3.5) that synthesizes a final answer using the retrieved context.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Workflow: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Input query → Retrieval of supporting documents → LLM generates answer using both the query and retrieved context.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Processing: Chunking &amp; Embedding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Document Chunking: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Splitting long documents into manageable passages.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Ensures retrieval granularity and relevance.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Embedding Generation: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Converts text chunks into high-dimensional vectors.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Facilitates efficient similarity search in the vector store.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Aspect: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Maintaining the balance between chunk size and context completeness.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 System Implementation: End-to-End Flow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Step-by-Step Process: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Document Ingestion: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Loading and preprocessing documents (e.g., PDF files or text excerpts).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Chunking &amp; Embedding: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Splitting documents and generating embeddings.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Query Processing: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Transforming the user query into a vector.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Retrieval: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Searching the vector store for contextually similar passages.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Answer Generation: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LLM synthesizes a response using the retrieved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Query: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“Explain gradient descent.”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63" y="158663"/>
            <a:ext cx="8579875" cy="482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RAG Implementation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Apply the RAG concepts to build a complete question-answering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Tasks Include: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Document ingestion (e.g., PDFs or text files).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Document chunking and embedding generation.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Query processing and retrieval via a vector store.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Integrating the retrieval output into an LLM for answer synthesis.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1: Document Ingestion &amp; Preprocessing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Collect and pre-process documents (cleaning and formatting).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2: Chunking and Embedding Generation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Divide documents into manageable chunks.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Generate embeddings using models like Sentence-BERT.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3: Retrieval Phase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Insert embeddings into a vector store (e.g., using FAISS).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 the user query to an embedding and retrieve top relevant chunks.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4: Generation Phase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Pass the query along with the retrieved context into an LLM (e.g., GPT-3.5) for generating a detailed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5: System Testing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Run sample queries and compare the generated answers against ground-truth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 for RAG Systems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Faithfulness: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closely does the generated answer reflect the retrieved context?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Relevance: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Evaluate if the retrieved documents contribute meaningful information to the final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Coherence and Clarity: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overall logical flow and readability of the generated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Precision/Recall: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Quantitative measures if a ground-truth reference is available.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Latency: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Time taken to complete the retrieval and generation process.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What challenges did you face during retrieval or generation?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How did the RAG system’s performance compare against your expectations?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What improvements do you foresee for your pipeline?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